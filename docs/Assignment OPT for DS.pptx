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96" r:id="rId1"/>
  </p:sldMasterIdLst>
  <p:notesMasterIdLst>
    <p:notesMasterId r:id="rId17"/>
  </p:notesMasterIdLst>
  <p:handoutMasterIdLst>
    <p:handoutMasterId r:id="rId18"/>
  </p:handoutMasterIdLst>
  <p:sldIdLst>
    <p:sldId id="257" r:id="rId2"/>
    <p:sldId id="380" r:id="rId3"/>
    <p:sldId id="387" r:id="rId4"/>
    <p:sldId id="381" r:id="rId5"/>
    <p:sldId id="382" r:id="rId6"/>
    <p:sldId id="383" r:id="rId7"/>
    <p:sldId id="386" r:id="rId8"/>
    <p:sldId id="384" r:id="rId9"/>
    <p:sldId id="385" r:id="rId10"/>
    <p:sldId id="388" r:id="rId11"/>
    <p:sldId id="390" r:id="rId12"/>
    <p:sldId id="389" r:id="rId13"/>
    <p:sldId id="392" r:id="rId14"/>
    <p:sldId id="393" r:id="rId15"/>
    <p:sldId id="391" r:id="rId16"/>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800" b="1" i="1" kern="1200">
        <a:solidFill>
          <a:srgbClr val="B38601"/>
        </a:solidFill>
        <a:latin typeface="Arial" pitchFamily="34" charset="0"/>
        <a:ea typeface="+mn-ea"/>
        <a:cs typeface="+mn-cs"/>
      </a:defRPr>
    </a:lvl1pPr>
    <a:lvl2pPr marL="457200" algn="l" rtl="0" eaLnBrk="0" fontAlgn="base" hangingPunct="0">
      <a:spcBef>
        <a:spcPct val="0"/>
      </a:spcBef>
      <a:spcAft>
        <a:spcPct val="0"/>
      </a:spcAft>
      <a:defRPr sz="2800" b="1" i="1" kern="1200">
        <a:solidFill>
          <a:srgbClr val="B38601"/>
        </a:solidFill>
        <a:latin typeface="Arial" pitchFamily="34" charset="0"/>
        <a:ea typeface="+mn-ea"/>
        <a:cs typeface="+mn-cs"/>
      </a:defRPr>
    </a:lvl2pPr>
    <a:lvl3pPr marL="914400" algn="l" rtl="0" eaLnBrk="0" fontAlgn="base" hangingPunct="0">
      <a:spcBef>
        <a:spcPct val="0"/>
      </a:spcBef>
      <a:spcAft>
        <a:spcPct val="0"/>
      </a:spcAft>
      <a:defRPr sz="2800" b="1" i="1" kern="1200">
        <a:solidFill>
          <a:srgbClr val="B38601"/>
        </a:solidFill>
        <a:latin typeface="Arial" pitchFamily="34" charset="0"/>
        <a:ea typeface="+mn-ea"/>
        <a:cs typeface="+mn-cs"/>
      </a:defRPr>
    </a:lvl3pPr>
    <a:lvl4pPr marL="1371600" algn="l" rtl="0" eaLnBrk="0" fontAlgn="base" hangingPunct="0">
      <a:spcBef>
        <a:spcPct val="0"/>
      </a:spcBef>
      <a:spcAft>
        <a:spcPct val="0"/>
      </a:spcAft>
      <a:defRPr sz="2800" b="1" i="1" kern="1200">
        <a:solidFill>
          <a:srgbClr val="B38601"/>
        </a:solidFill>
        <a:latin typeface="Arial" pitchFamily="34" charset="0"/>
        <a:ea typeface="+mn-ea"/>
        <a:cs typeface="+mn-cs"/>
      </a:defRPr>
    </a:lvl4pPr>
    <a:lvl5pPr marL="1828800" algn="l" rtl="0" eaLnBrk="0" fontAlgn="base" hangingPunct="0">
      <a:spcBef>
        <a:spcPct val="0"/>
      </a:spcBef>
      <a:spcAft>
        <a:spcPct val="0"/>
      </a:spcAft>
      <a:defRPr sz="2800" b="1" i="1" kern="1200">
        <a:solidFill>
          <a:srgbClr val="B38601"/>
        </a:solidFill>
        <a:latin typeface="Arial" pitchFamily="34" charset="0"/>
        <a:ea typeface="+mn-ea"/>
        <a:cs typeface="+mn-cs"/>
      </a:defRPr>
    </a:lvl5pPr>
    <a:lvl6pPr marL="2286000" algn="l" defTabSz="914400" rtl="0" eaLnBrk="1" latinLnBrk="0" hangingPunct="1">
      <a:defRPr sz="2800" b="1" i="1" kern="1200">
        <a:solidFill>
          <a:srgbClr val="B38601"/>
        </a:solidFill>
        <a:latin typeface="Arial" pitchFamily="34" charset="0"/>
        <a:ea typeface="+mn-ea"/>
        <a:cs typeface="+mn-cs"/>
      </a:defRPr>
    </a:lvl6pPr>
    <a:lvl7pPr marL="2743200" algn="l" defTabSz="914400" rtl="0" eaLnBrk="1" latinLnBrk="0" hangingPunct="1">
      <a:defRPr sz="2800" b="1" i="1" kern="1200">
        <a:solidFill>
          <a:srgbClr val="B38601"/>
        </a:solidFill>
        <a:latin typeface="Arial" pitchFamily="34" charset="0"/>
        <a:ea typeface="+mn-ea"/>
        <a:cs typeface="+mn-cs"/>
      </a:defRPr>
    </a:lvl7pPr>
    <a:lvl8pPr marL="3200400" algn="l" defTabSz="914400" rtl="0" eaLnBrk="1" latinLnBrk="0" hangingPunct="1">
      <a:defRPr sz="2800" b="1" i="1" kern="1200">
        <a:solidFill>
          <a:srgbClr val="B38601"/>
        </a:solidFill>
        <a:latin typeface="Arial" pitchFamily="34" charset="0"/>
        <a:ea typeface="+mn-ea"/>
        <a:cs typeface="+mn-cs"/>
      </a:defRPr>
    </a:lvl8pPr>
    <a:lvl9pPr marL="3657600" algn="l" defTabSz="914400" rtl="0" eaLnBrk="1" latinLnBrk="0" hangingPunct="1">
      <a:defRPr sz="2800" b="1" i="1" kern="1200">
        <a:solidFill>
          <a:srgbClr val="B3860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FFD7AF"/>
    <a:srgbClr val="F6C28A"/>
    <a:srgbClr val="FF9933"/>
    <a:srgbClr val="FFB56D"/>
    <a:srgbClr val="FFC891"/>
    <a:srgbClr val="FFFFFF"/>
    <a:srgbClr val="D6FB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39" autoAdjust="0"/>
    <p:restoredTop sz="85766" autoAdjust="0"/>
  </p:normalViewPr>
  <p:slideViewPr>
    <p:cSldViewPr>
      <p:cViewPr varScale="1">
        <p:scale>
          <a:sx n="96" d="100"/>
          <a:sy n="96" d="100"/>
        </p:scale>
        <p:origin x="2460" y="84"/>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r Gribling" userId="ee96f837-20af-40a1-816d-12a2682cd5dc" providerId="ADAL" clId="{6593F378-2DAE-4A06-BB48-3CC09D4E17BD}"/>
    <pc:docChg chg="custSel modSld">
      <pc:chgData name="Sander Gribling" userId="ee96f837-20af-40a1-816d-12a2682cd5dc" providerId="ADAL" clId="{6593F378-2DAE-4A06-BB48-3CC09D4E17BD}" dt="2024-02-20T10:10:45.178" v="5" actId="400"/>
      <pc:docMkLst>
        <pc:docMk/>
      </pc:docMkLst>
      <pc:sldChg chg="modSp mod">
        <pc:chgData name="Sander Gribling" userId="ee96f837-20af-40a1-816d-12a2682cd5dc" providerId="ADAL" clId="{6593F378-2DAE-4A06-BB48-3CC09D4E17BD}" dt="2024-02-13T13:00:42.163" v="1" actId="20577"/>
        <pc:sldMkLst>
          <pc:docMk/>
          <pc:sldMk cId="325058924" sldId="387"/>
        </pc:sldMkLst>
        <pc:spChg chg="mod">
          <ac:chgData name="Sander Gribling" userId="ee96f837-20af-40a1-816d-12a2682cd5dc" providerId="ADAL" clId="{6593F378-2DAE-4A06-BB48-3CC09D4E17BD}" dt="2024-02-13T13:00:42.163" v="1" actId="20577"/>
          <ac:spMkLst>
            <pc:docMk/>
            <pc:sldMk cId="325058924" sldId="387"/>
            <ac:spMk id="3" creationId="{00000000-0000-0000-0000-000000000000}"/>
          </ac:spMkLst>
        </pc:spChg>
      </pc:sldChg>
      <pc:sldChg chg="modSp mod">
        <pc:chgData name="Sander Gribling" userId="ee96f837-20af-40a1-816d-12a2682cd5dc" providerId="ADAL" clId="{6593F378-2DAE-4A06-BB48-3CC09D4E17BD}" dt="2024-02-20T10:10:45.178" v="5" actId="400"/>
        <pc:sldMkLst>
          <pc:docMk/>
          <pc:sldMk cId="2472453374" sldId="389"/>
        </pc:sldMkLst>
        <pc:spChg chg="mod">
          <ac:chgData name="Sander Gribling" userId="ee96f837-20af-40a1-816d-12a2682cd5dc" providerId="ADAL" clId="{6593F378-2DAE-4A06-BB48-3CC09D4E17BD}" dt="2024-02-20T10:10:45.178" v="5" actId="400"/>
          <ac:spMkLst>
            <pc:docMk/>
            <pc:sldMk cId="2472453374" sldId="389"/>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991788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457200" y="3322638"/>
            <a:ext cx="5867400" cy="5135562"/>
          </a:xfrm>
          <a:prstGeom prst="rect">
            <a:avLst/>
          </a:prstGeom>
          <a:noFill/>
          <a:ln w="9525">
            <a:noFill/>
            <a:miter lim="800000"/>
            <a:headEnd/>
            <a:tailEnd/>
          </a:ln>
          <a:effectLst/>
        </p:spPr>
        <p:txBody>
          <a:bodyPr vert="horz" wrap="square" lIns="90488" tIns="44450" rIns="90488" bIns="44450"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7043" name="Rectangle 3"/>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sp>
    </p:spTree>
    <p:extLst>
      <p:ext uri="{BB962C8B-B14F-4D97-AF65-F5344CB8AC3E}">
        <p14:creationId xmlns:p14="http://schemas.microsoft.com/office/powerpoint/2010/main" val="259994255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4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4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4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4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4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endParaRPr lang="nl-NL" altLang="en-US"/>
          </a:p>
        </p:txBody>
      </p:sp>
      <p:sp>
        <p:nvSpPr>
          <p:cNvPr id="88067" name="Rectangle 3"/>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9050" tIns="0" rIns="19050" bIns="0" anchor="b"/>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lgn="r"/>
            <a:r>
              <a:rPr lang="en-US" altLang="en-US" sz="1000" b="0" i="0">
                <a:solidFill>
                  <a:schemeClr val="tx1"/>
                </a:solidFill>
                <a:latin typeface="Times New Roman" pitchFamily="18" charset="0"/>
              </a:rPr>
              <a:t>2</a:t>
            </a:r>
          </a:p>
        </p:txBody>
      </p:sp>
      <p:sp>
        <p:nvSpPr>
          <p:cNvPr id="88068"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endParaRPr lang="nl-NL" altLang="en-US"/>
          </a:p>
        </p:txBody>
      </p:sp>
      <p:sp>
        <p:nvSpPr>
          <p:cNvPr id="88069"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endParaRPr lang="nl-NL" altLang="en-US"/>
          </a:p>
        </p:txBody>
      </p:sp>
      <p:sp>
        <p:nvSpPr>
          <p:cNvPr id="88070" name="Rectangle 6"/>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nl-NL" altLang="en-US"/>
          </a:p>
        </p:txBody>
      </p:sp>
      <p:sp>
        <p:nvSpPr>
          <p:cNvPr id="88071" name="Rectangle 7"/>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3270217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blauw">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Freeform 7"/>
          <p:cNvSpPr>
            <a:spLocks/>
          </p:cNvSpPr>
          <p:nvPr/>
        </p:nvSpPr>
        <p:spPr bwMode="auto">
          <a:xfrm>
            <a:off x="4022725" y="1476375"/>
            <a:ext cx="5145088" cy="1695450"/>
          </a:xfrm>
          <a:custGeom>
            <a:avLst/>
            <a:gdLst>
              <a:gd name="T0" fmla="*/ 2147483647 w 2161"/>
              <a:gd name="T1" fmla="*/ 2147483647 h 712"/>
              <a:gd name="T2" fmla="*/ 2147483647 w 2161"/>
              <a:gd name="T3" fmla="*/ 2147483647 h 712"/>
              <a:gd name="T4" fmla="*/ 0 w 2161"/>
              <a:gd name="T5" fmla="*/ 2147483647 h 712"/>
              <a:gd name="T6" fmla="*/ 0 w 2161"/>
              <a:gd name="T7" fmla="*/ 0 h 712"/>
              <a:gd name="T8" fmla="*/ 2147483647 w 2161"/>
              <a:gd name="T9" fmla="*/ 0 h 712"/>
              <a:gd name="T10" fmla="*/ 2147483647 w 2161"/>
              <a:gd name="T11" fmla="*/ 2147483647 h 7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1" h="712">
                <a:moveTo>
                  <a:pt x="2161" y="712"/>
                </a:moveTo>
                <a:lnTo>
                  <a:pt x="329" y="712"/>
                </a:lnTo>
                <a:lnTo>
                  <a:pt x="0" y="392"/>
                </a:lnTo>
                <a:lnTo>
                  <a:pt x="0" y="0"/>
                </a:lnTo>
                <a:lnTo>
                  <a:pt x="2161" y="0"/>
                </a:lnTo>
                <a:lnTo>
                  <a:pt x="2161" y="712"/>
                </a:lnTo>
                <a:close/>
              </a:path>
            </a:pathLst>
          </a:custGeom>
          <a:solidFill>
            <a:schemeClr val="tx2">
              <a:alpha val="70195"/>
            </a:schemeClr>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sp>
        <p:nvSpPr>
          <p:cNvPr id="5" name="Rectangle 6"/>
          <p:cNvSpPr>
            <a:spLocks noChangeArrowheads="1"/>
          </p:cNvSpPr>
          <p:nvPr/>
        </p:nvSpPr>
        <p:spPr bwMode="auto">
          <a:xfrm>
            <a:off x="-1588" y="5924550"/>
            <a:ext cx="9144001" cy="933450"/>
          </a:xfrm>
          <a:prstGeom prst="rect">
            <a:avLst/>
          </a:prstGeom>
          <a:solidFill>
            <a:srgbClr val="FFFFFF">
              <a:alpha val="85097"/>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6" name="Picture 6" descr="02-UTI_Basisvormen_powerpoint_05.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3300" y="6035675"/>
            <a:ext cx="14986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7" descr="02-UTI_Basisvormen_powerpoint_03.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4703236" y="1476743"/>
            <a:ext cx="4279900" cy="1470025"/>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25" name="Text Placeholder 24"/>
          <p:cNvSpPr>
            <a:spLocks noGrp="1"/>
          </p:cNvSpPr>
          <p:nvPr>
            <p:ph type="body" sz="quarter" idx="12"/>
          </p:nvPr>
        </p:nvSpPr>
        <p:spPr>
          <a:xfrm>
            <a:off x="4764427" y="2832028"/>
            <a:ext cx="4403052" cy="458714"/>
          </a:xfrm>
        </p:spPr>
        <p:txBody>
          <a:bodyPr>
            <a:normAutofit/>
          </a:bodyPr>
          <a:lstStyle>
            <a:lvl1pPr>
              <a:buFontTx/>
              <a:buNone/>
              <a:defRPr sz="1200">
                <a:solidFill>
                  <a:schemeClr val="bg1"/>
                </a:solidFill>
                <a:latin typeface="ScalaSans"/>
                <a:cs typeface="ScalaSans"/>
              </a:defRPr>
            </a:lvl1pPr>
            <a:lvl2pPr>
              <a:defRPr sz="1200"/>
            </a:lvl2pPr>
            <a:lvl3pPr>
              <a:defRPr sz="1200"/>
            </a:lvl3pPr>
            <a:lvl4pPr>
              <a:defRPr sz="1200"/>
            </a:lvl4pPr>
            <a:lvl5pPr>
              <a:defRPr sz="1200"/>
            </a:lvl5pPr>
          </a:lstStyle>
          <a:p>
            <a:pPr lvl="0"/>
            <a:r>
              <a:rPr lang="en-US"/>
              <a:t>Click to edit Master text styles</a:t>
            </a:r>
          </a:p>
        </p:txBody>
      </p:sp>
    </p:spTree>
    <p:extLst>
      <p:ext uri="{BB962C8B-B14F-4D97-AF65-F5344CB8AC3E}">
        <p14:creationId xmlns:p14="http://schemas.microsoft.com/office/powerpoint/2010/main" val="166858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eldia">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Freeform 7"/>
          <p:cNvSpPr>
            <a:spLocks/>
          </p:cNvSpPr>
          <p:nvPr/>
        </p:nvSpPr>
        <p:spPr bwMode="auto">
          <a:xfrm>
            <a:off x="4022725" y="1476375"/>
            <a:ext cx="5145088" cy="1695450"/>
          </a:xfrm>
          <a:custGeom>
            <a:avLst/>
            <a:gdLst>
              <a:gd name="T0" fmla="*/ 2147483647 w 2161"/>
              <a:gd name="T1" fmla="*/ 2147483647 h 712"/>
              <a:gd name="T2" fmla="*/ 2147483647 w 2161"/>
              <a:gd name="T3" fmla="*/ 2147483647 h 712"/>
              <a:gd name="T4" fmla="*/ 0 w 2161"/>
              <a:gd name="T5" fmla="*/ 2147483647 h 712"/>
              <a:gd name="T6" fmla="*/ 0 w 2161"/>
              <a:gd name="T7" fmla="*/ 0 h 712"/>
              <a:gd name="T8" fmla="*/ 2147483647 w 2161"/>
              <a:gd name="T9" fmla="*/ 0 h 712"/>
              <a:gd name="T10" fmla="*/ 2147483647 w 2161"/>
              <a:gd name="T11" fmla="*/ 2147483647 h 7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1" h="712">
                <a:moveTo>
                  <a:pt x="2161" y="712"/>
                </a:moveTo>
                <a:lnTo>
                  <a:pt x="329" y="712"/>
                </a:lnTo>
                <a:lnTo>
                  <a:pt x="0" y="392"/>
                </a:lnTo>
                <a:lnTo>
                  <a:pt x="0" y="0"/>
                </a:lnTo>
                <a:lnTo>
                  <a:pt x="2161" y="0"/>
                </a:lnTo>
                <a:lnTo>
                  <a:pt x="2161" y="712"/>
                </a:lnTo>
                <a:close/>
              </a:path>
            </a:pathLst>
          </a:custGeom>
          <a:solidFill>
            <a:schemeClr val="tx2">
              <a:alpha val="70195"/>
            </a:schemeClr>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sp>
        <p:nvSpPr>
          <p:cNvPr id="5" name="Rectangle 4"/>
          <p:cNvSpPr>
            <a:spLocks noChangeArrowheads="1"/>
          </p:cNvSpPr>
          <p:nvPr/>
        </p:nvSpPr>
        <p:spPr bwMode="auto">
          <a:xfrm>
            <a:off x="-1588" y="5924550"/>
            <a:ext cx="9144001" cy="933450"/>
          </a:xfrm>
          <a:prstGeom prst="rect">
            <a:avLst/>
          </a:prstGeom>
          <a:solidFill>
            <a:srgbClr val="FFFFFF">
              <a:alpha val="85097"/>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en-US" altLang="en-US">
              <a:latin typeface="Calibri" pitchFamily="34" charset="0"/>
            </a:endParaRPr>
          </a:p>
        </p:txBody>
      </p:sp>
      <p:pic>
        <p:nvPicPr>
          <p:cNvPr id="6" name="Picture 6" descr="02-UTI_Basisvormen_powerpoint_03.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7" descr="02-UTI_Basisvormen_powerpoint_05.png"/>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53300" y="6035675"/>
            <a:ext cx="14986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4705200" y="1476000"/>
            <a:ext cx="4280400" cy="1468800"/>
          </a:xfrm>
          <a:noFill/>
          <a:ln w="9525">
            <a:noFill/>
            <a:miter lim="800000"/>
            <a:headEnd/>
            <a:tailEnd/>
          </a:ln>
        </p:spPr>
        <p:txBody>
          <a:bodyPr>
            <a:normAutofit/>
          </a:bodyPr>
          <a:lstStyle>
            <a:lvl1pPr algn="l" defTabSz="457200" rtl="0" eaLnBrk="1" fontAlgn="base" hangingPunct="1">
              <a:spcBef>
                <a:spcPct val="0"/>
              </a:spcBef>
              <a:spcAft>
                <a:spcPct val="0"/>
              </a:spcAft>
              <a:defRPr lang="en-US" sz="3200" kern="1200" dirty="0">
                <a:solidFill>
                  <a:schemeClr val="bg1"/>
                </a:solidFill>
                <a:latin typeface="ScalaSans"/>
                <a:ea typeface="ヒラギノ角ゴ Pro W3" pitchFamily="-109" charset="-128"/>
                <a:cs typeface="ScalaSans"/>
              </a:defRPr>
            </a:lvl1pPr>
          </a:lstStyle>
          <a:p>
            <a:r>
              <a:rPr lang="en-US"/>
              <a:t>Click to edit Master title style</a:t>
            </a:r>
            <a:endParaRPr lang="en-US" dirty="0"/>
          </a:p>
        </p:txBody>
      </p:sp>
      <p:sp>
        <p:nvSpPr>
          <p:cNvPr id="3" name="Subtitle 2"/>
          <p:cNvSpPr>
            <a:spLocks noGrp="1"/>
          </p:cNvSpPr>
          <p:nvPr>
            <p:ph type="subTitle" idx="1"/>
          </p:nvPr>
        </p:nvSpPr>
        <p:spPr>
          <a:xfrm>
            <a:off x="4788000" y="2833200"/>
            <a:ext cx="4381200" cy="525600"/>
          </a:xfrm>
          <a:noFill/>
          <a:ln w="9525">
            <a:noFill/>
            <a:miter lim="800000"/>
            <a:headEnd/>
            <a:tailEnd/>
          </a:ln>
        </p:spPr>
        <p:txBody>
          <a:bodyPr>
            <a:normAutofit/>
          </a:bodyPr>
          <a:lstStyle>
            <a:lvl1pPr marL="0" indent="0" algn="l">
              <a:buNone/>
              <a:defRPr lang="en-US" sz="1200" kern="1200" dirty="0">
                <a:solidFill>
                  <a:schemeClr val="bg1"/>
                </a:solidFill>
                <a:latin typeface="ScalaSans"/>
                <a:ea typeface="ヒラギノ角ゴ Pro W3" pitchFamily="-109" charset="-128"/>
                <a:cs typeface="Scala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US" dirty="0"/>
          </a:p>
        </p:txBody>
      </p:sp>
      <p:sp>
        <p:nvSpPr>
          <p:cNvPr id="8" name="Date Placeholder 3"/>
          <p:cNvSpPr>
            <a:spLocks noGrp="1"/>
          </p:cNvSpPr>
          <p:nvPr>
            <p:ph type="dt" sz="half" idx="10"/>
          </p:nvPr>
        </p:nvSpPr>
        <p:spPr>
          <a:xfrm>
            <a:off x="212725" y="6356350"/>
            <a:ext cx="2133600" cy="365125"/>
          </a:xfrm>
          <a:prstGeom prst="rect">
            <a:avLst/>
          </a:prstGeom>
        </p:spPr>
        <p:txBody>
          <a:bodyPr/>
          <a:lstStyle>
            <a:lvl1pPr>
              <a:defRPr/>
            </a:lvl1pPr>
          </a:lstStyle>
          <a:p>
            <a:pPr>
              <a:defRPr/>
            </a:pPr>
            <a:endParaRPr lang="en-GB"/>
          </a:p>
        </p:txBody>
      </p:sp>
      <p:sp>
        <p:nvSpPr>
          <p:cNvPr id="9" name="Footer Placeholder 4"/>
          <p:cNvSpPr>
            <a:spLocks noGrp="1"/>
          </p:cNvSpPr>
          <p:nvPr>
            <p:ph type="ftr" sz="quarter" idx="11"/>
          </p:nvPr>
        </p:nvSpPr>
        <p:spPr>
          <a:xfrm>
            <a:off x="2921000" y="6356350"/>
            <a:ext cx="2895600" cy="365125"/>
          </a:xfrm>
          <a:prstGeom prst="rect">
            <a:avLst/>
          </a:prstGeom>
        </p:spPr>
        <p:txBody>
          <a:bodyPr/>
          <a:lstStyle>
            <a:lvl1pPr>
              <a:defRPr/>
            </a:lvl1pPr>
          </a:lstStyle>
          <a:p>
            <a:pPr>
              <a:defRPr/>
            </a:pPr>
            <a:endParaRPr lang="nl-NL"/>
          </a:p>
        </p:txBody>
      </p:sp>
      <p:sp>
        <p:nvSpPr>
          <p:cNvPr id="10"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9C05569C-980C-47BB-A119-7CE10540DACE}" type="slidenum">
              <a:rPr lang="en-GB"/>
              <a:pPr>
                <a:defRPr/>
              </a:pPr>
              <a:t>‹#›</a:t>
            </a:fld>
            <a:endParaRPr lang="en-GB"/>
          </a:p>
        </p:txBody>
      </p:sp>
    </p:spTree>
    <p:extLst>
      <p:ext uri="{BB962C8B-B14F-4D97-AF65-F5344CB8AC3E}">
        <p14:creationId xmlns:p14="http://schemas.microsoft.com/office/powerpoint/2010/main" val="1010693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Slide brons">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Freeform 7"/>
          <p:cNvSpPr>
            <a:spLocks/>
          </p:cNvSpPr>
          <p:nvPr/>
        </p:nvSpPr>
        <p:spPr bwMode="auto">
          <a:xfrm>
            <a:off x="4022725" y="1476375"/>
            <a:ext cx="5145088" cy="1695450"/>
          </a:xfrm>
          <a:custGeom>
            <a:avLst/>
            <a:gdLst>
              <a:gd name="T0" fmla="*/ 2147483647 w 2161"/>
              <a:gd name="T1" fmla="*/ 2147483647 h 712"/>
              <a:gd name="T2" fmla="*/ 2147483647 w 2161"/>
              <a:gd name="T3" fmla="*/ 2147483647 h 712"/>
              <a:gd name="T4" fmla="*/ 0 w 2161"/>
              <a:gd name="T5" fmla="*/ 2147483647 h 712"/>
              <a:gd name="T6" fmla="*/ 0 w 2161"/>
              <a:gd name="T7" fmla="*/ 0 h 712"/>
              <a:gd name="T8" fmla="*/ 2147483647 w 2161"/>
              <a:gd name="T9" fmla="*/ 0 h 712"/>
              <a:gd name="T10" fmla="*/ 2147483647 w 2161"/>
              <a:gd name="T11" fmla="*/ 2147483647 h 7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1" h="712">
                <a:moveTo>
                  <a:pt x="2161" y="712"/>
                </a:moveTo>
                <a:lnTo>
                  <a:pt x="329" y="712"/>
                </a:lnTo>
                <a:lnTo>
                  <a:pt x="0" y="392"/>
                </a:lnTo>
                <a:lnTo>
                  <a:pt x="0" y="0"/>
                </a:lnTo>
                <a:lnTo>
                  <a:pt x="2161" y="0"/>
                </a:lnTo>
                <a:lnTo>
                  <a:pt x="2161" y="712"/>
                </a:lnTo>
                <a:close/>
              </a:path>
            </a:pathLst>
          </a:custGeom>
          <a:solidFill>
            <a:schemeClr val="accent1">
              <a:alpha val="79999"/>
            </a:schemeClr>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sp>
        <p:nvSpPr>
          <p:cNvPr id="5" name="Rectangle 6"/>
          <p:cNvSpPr>
            <a:spLocks noChangeArrowheads="1"/>
          </p:cNvSpPr>
          <p:nvPr/>
        </p:nvSpPr>
        <p:spPr bwMode="auto">
          <a:xfrm>
            <a:off x="-1588" y="5924550"/>
            <a:ext cx="9144001" cy="933450"/>
          </a:xfrm>
          <a:prstGeom prst="rect">
            <a:avLst/>
          </a:prstGeom>
          <a:solidFill>
            <a:srgbClr val="FFFFFF">
              <a:alpha val="85097"/>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6" name="Picture 6" descr="02-UTI_Basisvormen_powerpoint_05.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3300" y="6035675"/>
            <a:ext cx="14986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7" descr="02-UTI_Basisvormen_powerpoint_03.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4703236" y="1476743"/>
            <a:ext cx="4279900" cy="1470025"/>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25" name="Text Placeholder 24"/>
          <p:cNvSpPr>
            <a:spLocks noGrp="1"/>
          </p:cNvSpPr>
          <p:nvPr>
            <p:ph type="body" sz="quarter" idx="12"/>
          </p:nvPr>
        </p:nvSpPr>
        <p:spPr>
          <a:xfrm>
            <a:off x="4764427" y="2832028"/>
            <a:ext cx="4403052" cy="458714"/>
          </a:xfrm>
        </p:spPr>
        <p:txBody>
          <a:bodyPr>
            <a:normAutofit/>
          </a:bodyPr>
          <a:lstStyle>
            <a:lvl1pPr>
              <a:buFontTx/>
              <a:buNone/>
              <a:defRPr sz="1200">
                <a:solidFill>
                  <a:schemeClr val="bg1"/>
                </a:solidFill>
                <a:latin typeface="ScalaSans"/>
                <a:cs typeface="ScalaSans"/>
              </a:defRPr>
            </a:lvl1pPr>
            <a:lvl2pPr>
              <a:defRPr sz="1200"/>
            </a:lvl2pPr>
            <a:lvl3pPr>
              <a:defRPr sz="1200"/>
            </a:lvl3pPr>
            <a:lvl4pPr>
              <a:defRPr sz="1200"/>
            </a:lvl4pPr>
            <a:lvl5pPr>
              <a:defRPr sz="1200"/>
            </a:lvl5pPr>
          </a:lstStyle>
          <a:p>
            <a:pPr lvl="0"/>
            <a:r>
              <a:rPr lang="en-US"/>
              <a:t>Click to edit Master text styles</a:t>
            </a:r>
          </a:p>
        </p:txBody>
      </p:sp>
    </p:spTree>
    <p:extLst>
      <p:ext uri="{BB962C8B-B14F-4D97-AF65-F5344CB8AC3E}">
        <p14:creationId xmlns:p14="http://schemas.microsoft.com/office/powerpoint/2010/main" val="900244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Title Slide groe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Freeform 7"/>
          <p:cNvSpPr>
            <a:spLocks/>
          </p:cNvSpPr>
          <p:nvPr/>
        </p:nvSpPr>
        <p:spPr bwMode="auto">
          <a:xfrm>
            <a:off x="4022725" y="1476375"/>
            <a:ext cx="5145088" cy="1695450"/>
          </a:xfrm>
          <a:custGeom>
            <a:avLst/>
            <a:gdLst>
              <a:gd name="T0" fmla="*/ 2147483647 w 2161"/>
              <a:gd name="T1" fmla="*/ 2147483647 h 712"/>
              <a:gd name="T2" fmla="*/ 2147483647 w 2161"/>
              <a:gd name="T3" fmla="*/ 2147483647 h 712"/>
              <a:gd name="T4" fmla="*/ 0 w 2161"/>
              <a:gd name="T5" fmla="*/ 2147483647 h 712"/>
              <a:gd name="T6" fmla="*/ 0 w 2161"/>
              <a:gd name="T7" fmla="*/ 0 h 712"/>
              <a:gd name="T8" fmla="*/ 2147483647 w 2161"/>
              <a:gd name="T9" fmla="*/ 0 h 712"/>
              <a:gd name="T10" fmla="*/ 2147483647 w 2161"/>
              <a:gd name="T11" fmla="*/ 2147483647 h 7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1" h="712">
                <a:moveTo>
                  <a:pt x="2161" y="712"/>
                </a:moveTo>
                <a:lnTo>
                  <a:pt x="329" y="712"/>
                </a:lnTo>
                <a:lnTo>
                  <a:pt x="0" y="392"/>
                </a:lnTo>
                <a:lnTo>
                  <a:pt x="0" y="0"/>
                </a:lnTo>
                <a:lnTo>
                  <a:pt x="2161" y="0"/>
                </a:lnTo>
                <a:lnTo>
                  <a:pt x="2161" y="712"/>
                </a:lnTo>
                <a:close/>
              </a:path>
            </a:pathLst>
          </a:custGeom>
          <a:solidFill>
            <a:schemeClr val="accent2">
              <a:alpha val="79999"/>
            </a:schemeClr>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sp>
        <p:nvSpPr>
          <p:cNvPr id="5" name="Rectangle 6"/>
          <p:cNvSpPr>
            <a:spLocks noChangeArrowheads="1"/>
          </p:cNvSpPr>
          <p:nvPr/>
        </p:nvSpPr>
        <p:spPr bwMode="auto">
          <a:xfrm>
            <a:off x="-1588" y="5924550"/>
            <a:ext cx="9144001" cy="933450"/>
          </a:xfrm>
          <a:prstGeom prst="rect">
            <a:avLst/>
          </a:prstGeom>
          <a:solidFill>
            <a:srgbClr val="FFFFFF">
              <a:alpha val="85097"/>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6" name="Picture 6" descr="02-UTI_Basisvormen_powerpoint_05.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3300" y="6035675"/>
            <a:ext cx="14986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7" descr="02-UTI_Basisvormen_powerpoint_03.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4703236" y="1476743"/>
            <a:ext cx="4279900" cy="1470025"/>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25" name="Text Placeholder 24"/>
          <p:cNvSpPr>
            <a:spLocks noGrp="1"/>
          </p:cNvSpPr>
          <p:nvPr>
            <p:ph type="body" sz="quarter" idx="12"/>
          </p:nvPr>
        </p:nvSpPr>
        <p:spPr>
          <a:xfrm>
            <a:off x="4764427" y="2832028"/>
            <a:ext cx="4403052" cy="458714"/>
          </a:xfrm>
        </p:spPr>
        <p:txBody>
          <a:bodyPr>
            <a:normAutofit/>
          </a:bodyPr>
          <a:lstStyle>
            <a:lvl1pPr>
              <a:buFontTx/>
              <a:buNone/>
              <a:defRPr sz="1200">
                <a:solidFill>
                  <a:schemeClr val="bg1"/>
                </a:solidFill>
                <a:latin typeface="ScalaSans"/>
                <a:cs typeface="ScalaSans"/>
              </a:defRPr>
            </a:lvl1pPr>
            <a:lvl2pPr>
              <a:defRPr sz="1200"/>
            </a:lvl2pPr>
            <a:lvl3pPr>
              <a:defRPr sz="1200"/>
            </a:lvl3pPr>
            <a:lvl4pPr>
              <a:defRPr sz="1200"/>
            </a:lvl4pPr>
            <a:lvl5pPr>
              <a:defRPr sz="1200"/>
            </a:lvl5pPr>
          </a:lstStyle>
          <a:p>
            <a:pPr lvl="0"/>
            <a:r>
              <a:rPr lang="en-US"/>
              <a:t>Click to edit Master text styles</a:t>
            </a:r>
          </a:p>
        </p:txBody>
      </p:sp>
    </p:spTree>
    <p:extLst>
      <p:ext uri="{BB962C8B-B14F-4D97-AF65-F5344CB8AC3E}">
        <p14:creationId xmlns:p14="http://schemas.microsoft.com/office/powerpoint/2010/main" val="2899454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_Title Slide grijs">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Freeform 7"/>
          <p:cNvSpPr>
            <a:spLocks/>
          </p:cNvSpPr>
          <p:nvPr/>
        </p:nvSpPr>
        <p:spPr bwMode="auto">
          <a:xfrm>
            <a:off x="4022725" y="1476375"/>
            <a:ext cx="5145088" cy="1695450"/>
          </a:xfrm>
          <a:custGeom>
            <a:avLst/>
            <a:gdLst/>
            <a:ahLst/>
            <a:cxnLst>
              <a:cxn ang="0">
                <a:pos x="2161" y="712"/>
              </a:cxn>
              <a:cxn ang="0">
                <a:pos x="329" y="712"/>
              </a:cxn>
              <a:cxn ang="0">
                <a:pos x="0" y="392"/>
              </a:cxn>
              <a:cxn ang="0">
                <a:pos x="0" y="0"/>
              </a:cxn>
              <a:cxn ang="0">
                <a:pos x="2161" y="0"/>
              </a:cxn>
              <a:cxn ang="0">
                <a:pos x="2161" y="712"/>
              </a:cxn>
            </a:cxnLst>
            <a:rect l="0" t="0" r="r" b="b"/>
            <a:pathLst>
              <a:path w="2161" h="712">
                <a:moveTo>
                  <a:pt x="2161" y="712"/>
                </a:moveTo>
                <a:lnTo>
                  <a:pt x="329" y="712"/>
                </a:lnTo>
                <a:lnTo>
                  <a:pt x="0" y="392"/>
                </a:lnTo>
                <a:lnTo>
                  <a:pt x="0" y="0"/>
                </a:lnTo>
                <a:lnTo>
                  <a:pt x="2161" y="0"/>
                </a:lnTo>
                <a:lnTo>
                  <a:pt x="2161" y="712"/>
                </a:lnTo>
                <a:close/>
              </a:path>
            </a:pathLst>
          </a:custGeom>
          <a:solidFill>
            <a:schemeClr val="accent3">
              <a:alpha val="85000"/>
            </a:schemeClr>
          </a:solidFill>
          <a:ln w="12700">
            <a:noFill/>
            <a:prstDash val="solid"/>
            <a:round/>
            <a:headEnd/>
            <a:tailEnd/>
          </a:ln>
        </p:spPr>
        <p:txBody>
          <a:bodyPr/>
          <a:lstStyle/>
          <a:p>
            <a:pPr fontAlgn="auto">
              <a:spcBef>
                <a:spcPts val="0"/>
              </a:spcBef>
              <a:spcAft>
                <a:spcPts val="0"/>
              </a:spcAft>
              <a:defRPr/>
            </a:pPr>
            <a:endParaRPr lang="en-US" dirty="0">
              <a:latin typeface="+mn-lt"/>
            </a:endParaRPr>
          </a:p>
        </p:txBody>
      </p:sp>
      <p:sp>
        <p:nvSpPr>
          <p:cNvPr id="5" name="Rectangle 6"/>
          <p:cNvSpPr>
            <a:spLocks noChangeArrowheads="1"/>
          </p:cNvSpPr>
          <p:nvPr/>
        </p:nvSpPr>
        <p:spPr bwMode="auto">
          <a:xfrm>
            <a:off x="-1588" y="5924550"/>
            <a:ext cx="9144001" cy="933450"/>
          </a:xfrm>
          <a:prstGeom prst="rect">
            <a:avLst/>
          </a:prstGeom>
          <a:solidFill>
            <a:srgbClr val="FFFFFF">
              <a:alpha val="85097"/>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6" name="Picture 6" descr="02-UTI_Basisvormen_powerpoint_05.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3300" y="6035675"/>
            <a:ext cx="14986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7" descr="02-UTI_Basisvormen_powerpoint_03.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4703236" y="1476743"/>
            <a:ext cx="4279900" cy="1470025"/>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25" name="Text Placeholder 24"/>
          <p:cNvSpPr>
            <a:spLocks noGrp="1"/>
          </p:cNvSpPr>
          <p:nvPr>
            <p:ph type="body" sz="quarter" idx="12"/>
          </p:nvPr>
        </p:nvSpPr>
        <p:spPr>
          <a:xfrm>
            <a:off x="4764427" y="2832028"/>
            <a:ext cx="4403052" cy="458714"/>
          </a:xfrm>
        </p:spPr>
        <p:txBody>
          <a:bodyPr>
            <a:normAutofit/>
          </a:bodyPr>
          <a:lstStyle>
            <a:lvl1pPr>
              <a:buFontTx/>
              <a:buNone/>
              <a:defRPr sz="1200">
                <a:solidFill>
                  <a:schemeClr val="bg1"/>
                </a:solidFill>
                <a:latin typeface="ScalaSans"/>
                <a:cs typeface="ScalaSans"/>
              </a:defRPr>
            </a:lvl1pPr>
            <a:lvl2pPr>
              <a:defRPr sz="1200"/>
            </a:lvl2pPr>
            <a:lvl3pPr>
              <a:defRPr sz="1200"/>
            </a:lvl3pPr>
            <a:lvl4pPr>
              <a:defRPr sz="1200"/>
            </a:lvl4pPr>
            <a:lvl5pPr>
              <a:defRPr sz="1200"/>
            </a:lvl5pPr>
          </a:lstStyle>
          <a:p>
            <a:pPr lvl="0"/>
            <a:r>
              <a:rPr lang="en-US"/>
              <a:t>Click to edit Master text styles</a:t>
            </a:r>
          </a:p>
        </p:txBody>
      </p:sp>
    </p:spTree>
    <p:extLst>
      <p:ext uri="{BB962C8B-B14F-4D97-AF65-F5344CB8AC3E}">
        <p14:creationId xmlns:p14="http://schemas.microsoft.com/office/powerpoint/2010/main" val="2535531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4_Title Slide lichtblauw">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Freeform 7"/>
          <p:cNvSpPr>
            <a:spLocks/>
          </p:cNvSpPr>
          <p:nvPr/>
        </p:nvSpPr>
        <p:spPr bwMode="auto">
          <a:xfrm>
            <a:off x="4022725" y="1476375"/>
            <a:ext cx="5145088" cy="1695450"/>
          </a:xfrm>
          <a:custGeom>
            <a:avLst/>
            <a:gdLst/>
            <a:ahLst/>
            <a:cxnLst>
              <a:cxn ang="0">
                <a:pos x="2161" y="712"/>
              </a:cxn>
              <a:cxn ang="0">
                <a:pos x="329" y="712"/>
              </a:cxn>
              <a:cxn ang="0">
                <a:pos x="0" y="392"/>
              </a:cxn>
              <a:cxn ang="0">
                <a:pos x="0" y="0"/>
              </a:cxn>
              <a:cxn ang="0">
                <a:pos x="2161" y="0"/>
              </a:cxn>
              <a:cxn ang="0">
                <a:pos x="2161" y="712"/>
              </a:cxn>
            </a:cxnLst>
            <a:rect l="0" t="0" r="r" b="b"/>
            <a:pathLst>
              <a:path w="2161" h="712">
                <a:moveTo>
                  <a:pt x="2161" y="712"/>
                </a:moveTo>
                <a:lnTo>
                  <a:pt x="329" y="712"/>
                </a:lnTo>
                <a:lnTo>
                  <a:pt x="0" y="392"/>
                </a:lnTo>
                <a:lnTo>
                  <a:pt x="0" y="0"/>
                </a:lnTo>
                <a:lnTo>
                  <a:pt x="2161" y="0"/>
                </a:lnTo>
                <a:lnTo>
                  <a:pt x="2161" y="712"/>
                </a:lnTo>
                <a:close/>
              </a:path>
            </a:pathLst>
          </a:custGeom>
          <a:solidFill>
            <a:schemeClr val="accent4">
              <a:alpha val="80000"/>
            </a:schemeClr>
          </a:solidFill>
          <a:ln w="12700">
            <a:noFill/>
            <a:prstDash val="solid"/>
            <a:round/>
            <a:headEnd/>
            <a:tailEnd/>
          </a:ln>
        </p:spPr>
        <p:txBody>
          <a:bodyPr/>
          <a:lstStyle/>
          <a:p>
            <a:pPr fontAlgn="auto">
              <a:spcBef>
                <a:spcPts val="0"/>
              </a:spcBef>
              <a:spcAft>
                <a:spcPts val="0"/>
              </a:spcAft>
              <a:defRPr/>
            </a:pPr>
            <a:endParaRPr lang="en-US" dirty="0">
              <a:latin typeface="+mn-lt"/>
            </a:endParaRPr>
          </a:p>
        </p:txBody>
      </p:sp>
      <p:sp>
        <p:nvSpPr>
          <p:cNvPr id="5" name="Rectangle 6"/>
          <p:cNvSpPr>
            <a:spLocks noChangeArrowheads="1"/>
          </p:cNvSpPr>
          <p:nvPr/>
        </p:nvSpPr>
        <p:spPr bwMode="auto">
          <a:xfrm>
            <a:off x="-1588" y="5924550"/>
            <a:ext cx="9144001" cy="933450"/>
          </a:xfrm>
          <a:prstGeom prst="rect">
            <a:avLst/>
          </a:prstGeom>
          <a:solidFill>
            <a:srgbClr val="FFFFFF">
              <a:alpha val="85097"/>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6" name="Picture 6" descr="02-UTI_Basisvormen_powerpoint_05.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3300" y="6035675"/>
            <a:ext cx="14986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7" descr="02-UTI_Basisvormen_powerpoint_03.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4703236" y="1476743"/>
            <a:ext cx="4279900" cy="1470025"/>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25" name="Text Placeholder 24"/>
          <p:cNvSpPr>
            <a:spLocks noGrp="1"/>
          </p:cNvSpPr>
          <p:nvPr>
            <p:ph type="body" sz="quarter" idx="12"/>
          </p:nvPr>
        </p:nvSpPr>
        <p:spPr>
          <a:xfrm>
            <a:off x="4764427" y="2832028"/>
            <a:ext cx="4403052" cy="458714"/>
          </a:xfrm>
        </p:spPr>
        <p:txBody>
          <a:bodyPr>
            <a:normAutofit/>
          </a:bodyPr>
          <a:lstStyle>
            <a:lvl1pPr>
              <a:buFontTx/>
              <a:buNone/>
              <a:defRPr sz="1200">
                <a:solidFill>
                  <a:schemeClr val="bg1"/>
                </a:solidFill>
                <a:latin typeface="ScalaSans"/>
                <a:cs typeface="ScalaSans"/>
              </a:defRPr>
            </a:lvl1pPr>
            <a:lvl2pPr>
              <a:defRPr sz="1200"/>
            </a:lvl2pPr>
            <a:lvl3pPr>
              <a:defRPr sz="1200"/>
            </a:lvl3pPr>
            <a:lvl4pPr>
              <a:defRPr sz="1200"/>
            </a:lvl4pPr>
            <a:lvl5pPr>
              <a:defRPr sz="1200"/>
            </a:lvl5pPr>
          </a:lstStyle>
          <a:p>
            <a:pPr lvl="0"/>
            <a:r>
              <a:rPr lang="en-US"/>
              <a:t>Click to edit Master text styles</a:t>
            </a:r>
          </a:p>
        </p:txBody>
      </p:sp>
    </p:spTree>
    <p:extLst>
      <p:ext uri="{BB962C8B-B14F-4D97-AF65-F5344CB8AC3E}">
        <p14:creationId xmlns:p14="http://schemas.microsoft.com/office/powerpoint/2010/main" val="1938523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5_Title Slide lichtbrons">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Freeform 7"/>
          <p:cNvSpPr>
            <a:spLocks/>
          </p:cNvSpPr>
          <p:nvPr/>
        </p:nvSpPr>
        <p:spPr bwMode="auto">
          <a:xfrm>
            <a:off x="4022725" y="1476375"/>
            <a:ext cx="5145088" cy="1695450"/>
          </a:xfrm>
          <a:custGeom>
            <a:avLst/>
            <a:gdLst/>
            <a:ahLst/>
            <a:cxnLst>
              <a:cxn ang="0">
                <a:pos x="2161" y="712"/>
              </a:cxn>
              <a:cxn ang="0">
                <a:pos x="329" y="712"/>
              </a:cxn>
              <a:cxn ang="0">
                <a:pos x="0" y="392"/>
              </a:cxn>
              <a:cxn ang="0">
                <a:pos x="0" y="0"/>
              </a:cxn>
              <a:cxn ang="0">
                <a:pos x="2161" y="0"/>
              </a:cxn>
              <a:cxn ang="0">
                <a:pos x="2161" y="712"/>
              </a:cxn>
            </a:cxnLst>
            <a:rect l="0" t="0" r="r" b="b"/>
            <a:pathLst>
              <a:path w="2161" h="712">
                <a:moveTo>
                  <a:pt x="2161" y="712"/>
                </a:moveTo>
                <a:lnTo>
                  <a:pt x="329" y="712"/>
                </a:lnTo>
                <a:lnTo>
                  <a:pt x="0" y="392"/>
                </a:lnTo>
                <a:lnTo>
                  <a:pt x="0" y="0"/>
                </a:lnTo>
                <a:lnTo>
                  <a:pt x="2161" y="0"/>
                </a:lnTo>
                <a:lnTo>
                  <a:pt x="2161" y="712"/>
                </a:lnTo>
                <a:close/>
              </a:path>
            </a:pathLst>
          </a:custGeom>
          <a:solidFill>
            <a:schemeClr val="accent5">
              <a:alpha val="85000"/>
            </a:schemeClr>
          </a:solidFill>
          <a:ln w="12700">
            <a:noFill/>
            <a:prstDash val="solid"/>
            <a:round/>
            <a:headEnd/>
            <a:tailEnd/>
          </a:ln>
        </p:spPr>
        <p:txBody>
          <a:bodyPr/>
          <a:lstStyle/>
          <a:p>
            <a:pPr fontAlgn="auto">
              <a:spcBef>
                <a:spcPts val="0"/>
              </a:spcBef>
              <a:spcAft>
                <a:spcPts val="0"/>
              </a:spcAft>
              <a:defRPr/>
            </a:pPr>
            <a:endParaRPr lang="en-US" dirty="0">
              <a:latin typeface="+mn-lt"/>
            </a:endParaRPr>
          </a:p>
        </p:txBody>
      </p:sp>
      <p:sp>
        <p:nvSpPr>
          <p:cNvPr id="5" name="Rectangle 6"/>
          <p:cNvSpPr>
            <a:spLocks noChangeArrowheads="1"/>
          </p:cNvSpPr>
          <p:nvPr/>
        </p:nvSpPr>
        <p:spPr bwMode="auto">
          <a:xfrm>
            <a:off x="-1588" y="5924550"/>
            <a:ext cx="9144001" cy="933450"/>
          </a:xfrm>
          <a:prstGeom prst="rect">
            <a:avLst/>
          </a:prstGeom>
          <a:solidFill>
            <a:srgbClr val="FFFFFF">
              <a:alpha val="85097"/>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6" name="Picture 6" descr="02-UTI_Basisvormen_powerpoint_05.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3300" y="6035675"/>
            <a:ext cx="14986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7" descr="02-UTI_Basisvormen_powerpoint_03.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4703236" y="1476743"/>
            <a:ext cx="4279900" cy="1470025"/>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25" name="Text Placeholder 24"/>
          <p:cNvSpPr>
            <a:spLocks noGrp="1"/>
          </p:cNvSpPr>
          <p:nvPr>
            <p:ph type="body" sz="quarter" idx="12"/>
          </p:nvPr>
        </p:nvSpPr>
        <p:spPr>
          <a:xfrm>
            <a:off x="4764427" y="2832028"/>
            <a:ext cx="4403052" cy="458714"/>
          </a:xfrm>
        </p:spPr>
        <p:txBody>
          <a:bodyPr>
            <a:normAutofit/>
          </a:bodyPr>
          <a:lstStyle>
            <a:lvl1pPr>
              <a:buFontTx/>
              <a:buNone/>
              <a:defRPr sz="1200">
                <a:solidFill>
                  <a:schemeClr val="bg1"/>
                </a:solidFill>
                <a:latin typeface="ScalaSans"/>
                <a:cs typeface="ScalaSans"/>
              </a:defRPr>
            </a:lvl1pPr>
            <a:lvl2pPr>
              <a:defRPr sz="1200"/>
            </a:lvl2pPr>
            <a:lvl3pPr>
              <a:defRPr sz="1200"/>
            </a:lvl3pPr>
            <a:lvl4pPr>
              <a:defRPr sz="1200"/>
            </a:lvl4pPr>
            <a:lvl5pPr>
              <a:defRPr sz="1200"/>
            </a:lvl5pPr>
          </a:lstStyle>
          <a:p>
            <a:pPr lvl="0"/>
            <a:r>
              <a:rPr lang="en-US"/>
              <a:t>Click to edit Master text styles</a:t>
            </a:r>
          </a:p>
        </p:txBody>
      </p:sp>
    </p:spTree>
    <p:extLst>
      <p:ext uri="{BB962C8B-B14F-4D97-AF65-F5344CB8AC3E}">
        <p14:creationId xmlns:p14="http://schemas.microsoft.com/office/powerpoint/2010/main" val="2067752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6_Title Slide lichtgroe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Freeform 7"/>
          <p:cNvSpPr>
            <a:spLocks/>
          </p:cNvSpPr>
          <p:nvPr/>
        </p:nvSpPr>
        <p:spPr bwMode="auto">
          <a:xfrm>
            <a:off x="4022725" y="1476375"/>
            <a:ext cx="5145088" cy="1695450"/>
          </a:xfrm>
          <a:custGeom>
            <a:avLst/>
            <a:gdLst/>
            <a:ahLst/>
            <a:cxnLst>
              <a:cxn ang="0">
                <a:pos x="2161" y="712"/>
              </a:cxn>
              <a:cxn ang="0">
                <a:pos x="329" y="712"/>
              </a:cxn>
              <a:cxn ang="0">
                <a:pos x="0" y="392"/>
              </a:cxn>
              <a:cxn ang="0">
                <a:pos x="0" y="0"/>
              </a:cxn>
              <a:cxn ang="0">
                <a:pos x="2161" y="0"/>
              </a:cxn>
              <a:cxn ang="0">
                <a:pos x="2161" y="712"/>
              </a:cxn>
            </a:cxnLst>
            <a:rect l="0" t="0" r="r" b="b"/>
            <a:pathLst>
              <a:path w="2161" h="712">
                <a:moveTo>
                  <a:pt x="2161" y="712"/>
                </a:moveTo>
                <a:lnTo>
                  <a:pt x="329" y="712"/>
                </a:lnTo>
                <a:lnTo>
                  <a:pt x="0" y="392"/>
                </a:lnTo>
                <a:lnTo>
                  <a:pt x="0" y="0"/>
                </a:lnTo>
                <a:lnTo>
                  <a:pt x="2161" y="0"/>
                </a:lnTo>
                <a:lnTo>
                  <a:pt x="2161" y="712"/>
                </a:lnTo>
                <a:close/>
              </a:path>
            </a:pathLst>
          </a:custGeom>
          <a:solidFill>
            <a:schemeClr val="accent6">
              <a:alpha val="80000"/>
            </a:schemeClr>
          </a:solidFill>
          <a:ln w="12700">
            <a:noFill/>
            <a:prstDash val="solid"/>
            <a:round/>
            <a:headEnd/>
            <a:tailEnd/>
          </a:ln>
        </p:spPr>
        <p:txBody>
          <a:bodyPr/>
          <a:lstStyle/>
          <a:p>
            <a:pPr fontAlgn="auto">
              <a:spcBef>
                <a:spcPts val="0"/>
              </a:spcBef>
              <a:spcAft>
                <a:spcPts val="0"/>
              </a:spcAft>
              <a:defRPr/>
            </a:pPr>
            <a:endParaRPr lang="en-US" dirty="0">
              <a:latin typeface="+mn-lt"/>
            </a:endParaRPr>
          </a:p>
        </p:txBody>
      </p:sp>
      <p:sp>
        <p:nvSpPr>
          <p:cNvPr id="5" name="Rectangle 6"/>
          <p:cNvSpPr>
            <a:spLocks noChangeArrowheads="1"/>
          </p:cNvSpPr>
          <p:nvPr/>
        </p:nvSpPr>
        <p:spPr bwMode="auto">
          <a:xfrm>
            <a:off x="-1588" y="5924550"/>
            <a:ext cx="9144001" cy="933450"/>
          </a:xfrm>
          <a:prstGeom prst="rect">
            <a:avLst/>
          </a:prstGeom>
          <a:solidFill>
            <a:srgbClr val="FFFFFF">
              <a:alpha val="85097"/>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6" name="Picture 6" descr="02-UTI_Basisvormen_powerpoint_05.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3300" y="6035675"/>
            <a:ext cx="14986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7" descr="02-UTI_Basisvormen_powerpoint_03.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ctrTitle"/>
          </p:nvPr>
        </p:nvSpPr>
        <p:spPr>
          <a:xfrm>
            <a:off x="4703236" y="1476743"/>
            <a:ext cx="4279900" cy="1470025"/>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25" name="Text Placeholder 24"/>
          <p:cNvSpPr>
            <a:spLocks noGrp="1"/>
          </p:cNvSpPr>
          <p:nvPr>
            <p:ph type="body" sz="quarter" idx="12"/>
          </p:nvPr>
        </p:nvSpPr>
        <p:spPr>
          <a:xfrm>
            <a:off x="4764427" y="2832028"/>
            <a:ext cx="4403052" cy="458714"/>
          </a:xfrm>
        </p:spPr>
        <p:txBody>
          <a:bodyPr>
            <a:normAutofit/>
          </a:bodyPr>
          <a:lstStyle>
            <a:lvl1pPr>
              <a:buFontTx/>
              <a:buNone/>
              <a:defRPr sz="1200">
                <a:solidFill>
                  <a:schemeClr val="bg1"/>
                </a:solidFill>
                <a:latin typeface="ScalaSans"/>
                <a:cs typeface="ScalaSans"/>
              </a:defRPr>
            </a:lvl1pPr>
            <a:lvl2pPr>
              <a:defRPr sz="1200"/>
            </a:lvl2pPr>
            <a:lvl3pPr>
              <a:defRPr sz="1200"/>
            </a:lvl3pPr>
            <a:lvl4pPr>
              <a:defRPr sz="1200"/>
            </a:lvl4pPr>
            <a:lvl5pPr>
              <a:defRPr sz="1200"/>
            </a:lvl5pPr>
          </a:lstStyle>
          <a:p>
            <a:pPr lvl="0"/>
            <a:r>
              <a:rPr lang="en-US"/>
              <a:t>Click to edit Master text styles</a:t>
            </a:r>
          </a:p>
        </p:txBody>
      </p:sp>
    </p:spTree>
    <p:extLst>
      <p:ext uri="{BB962C8B-B14F-4D97-AF65-F5344CB8AC3E}">
        <p14:creationId xmlns:p14="http://schemas.microsoft.com/office/powerpoint/2010/main" val="2439316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2"/>
        </a:solidFill>
        <a:effectLst/>
      </p:bgPr>
    </p:bg>
    <p:spTree>
      <p:nvGrpSpPr>
        <p:cNvPr id="1" name=""/>
        <p:cNvGrpSpPr/>
        <p:nvPr/>
      </p:nvGrpSpPr>
      <p:grpSpPr>
        <a:xfrm>
          <a:off x="0" y="0"/>
          <a:ext cx="0" cy="0"/>
          <a:chOff x="0" y="0"/>
          <a:chExt cx="0" cy="0"/>
        </a:xfrm>
      </p:grpSpPr>
      <p:sp>
        <p:nvSpPr>
          <p:cNvPr id="4" name="Freeform 2"/>
          <p:cNvSpPr>
            <a:spLocks/>
          </p:cNvSpPr>
          <p:nvPr/>
        </p:nvSpPr>
        <p:spPr bwMode="auto">
          <a:xfrm>
            <a:off x="0" y="477838"/>
            <a:ext cx="9144000" cy="6380162"/>
          </a:xfrm>
          <a:custGeom>
            <a:avLst/>
            <a:gdLst>
              <a:gd name="T0" fmla="*/ 2147483647 w 3841"/>
              <a:gd name="T1" fmla="*/ 2147483647 h 2680"/>
              <a:gd name="T2" fmla="*/ 0 w 3841"/>
              <a:gd name="T3" fmla="*/ 0 h 2680"/>
              <a:gd name="T4" fmla="*/ 0 w 3841"/>
              <a:gd name="T5" fmla="*/ 2147483647 h 2680"/>
              <a:gd name="T6" fmla="*/ 2147483647 w 3841"/>
              <a:gd name="T7" fmla="*/ 2147483647 h 2680"/>
              <a:gd name="T8" fmla="*/ 2147483647 w 3841"/>
              <a:gd name="T9" fmla="*/ 2147483647 h 2680"/>
              <a:gd name="T10" fmla="*/ 2147483647 w 3841"/>
              <a:gd name="T11" fmla="*/ 2147483647 h 268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41" h="2680">
                <a:moveTo>
                  <a:pt x="192" y="200"/>
                </a:moveTo>
                <a:lnTo>
                  <a:pt x="0" y="0"/>
                </a:lnTo>
                <a:lnTo>
                  <a:pt x="0" y="2680"/>
                </a:lnTo>
                <a:lnTo>
                  <a:pt x="3841" y="2680"/>
                </a:lnTo>
                <a:lnTo>
                  <a:pt x="3841" y="200"/>
                </a:lnTo>
                <a:lnTo>
                  <a:pt x="192" y="200"/>
                </a:lnTo>
                <a:close/>
              </a:path>
            </a:pathLst>
          </a:custGeom>
          <a:solidFill>
            <a:srgbClr val="FFFFFF"/>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sp>
        <p:nvSpPr>
          <p:cNvPr id="5" name="Freeform 3"/>
          <p:cNvSpPr>
            <a:spLocks/>
          </p:cNvSpPr>
          <p:nvPr/>
        </p:nvSpPr>
        <p:spPr bwMode="auto">
          <a:xfrm>
            <a:off x="0" y="0"/>
            <a:ext cx="6097588" cy="635000"/>
          </a:xfrm>
          <a:custGeom>
            <a:avLst/>
            <a:gdLst>
              <a:gd name="T0" fmla="*/ 0 w 3841"/>
              <a:gd name="T1" fmla="*/ 2147483647 h 400"/>
              <a:gd name="T2" fmla="*/ 0 w 3841"/>
              <a:gd name="T3" fmla="*/ 0 h 400"/>
              <a:gd name="T4" fmla="*/ 2147483647 w 3841"/>
              <a:gd name="T5" fmla="*/ 0 h 400"/>
              <a:gd name="T6" fmla="*/ 2147483647 w 3841"/>
              <a:gd name="T7" fmla="*/ 2147483647 h 400"/>
              <a:gd name="T8" fmla="*/ 2147483647 w 3841"/>
              <a:gd name="T9" fmla="*/ 2147483647 h 4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41" h="400">
                <a:moveTo>
                  <a:pt x="0" y="208"/>
                </a:moveTo>
                <a:lnTo>
                  <a:pt x="0" y="0"/>
                </a:lnTo>
                <a:lnTo>
                  <a:pt x="3841" y="0"/>
                </a:lnTo>
                <a:lnTo>
                  <a:pt x="3841" y="400"/>
                </a:lnTo>
                <a:lnTo>
                  <a:pt x="184" y="400"/>
                </a:lnTo>
              </a:path>
            </a:pathLst>
          </a:cu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pic>
        <p:nvPicPr>
          <p:cNvPr id="6" name="Picture 6" descr="02-UTI_Basisvormen_powerpoint_0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itle 1"/>
          <p:cNvSpPr>
            <a:spLocks noGrp="1"/>
          </p:cNvSpPr>
          <p:nvPr>
            <p:ph type="title"/>
          </p:nvPr>
        </p:nvSpPr>
        <p:spPr>
          <a:xfrm>
            <a:off x="457200" y="-1842"/>
            <a:ext cx="8229600" cy="952242"/>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3" name="Content Placeholder 2"/>
          <p:cNvSpPr>
            <a:spLocks noGrp="1"/>
          </p:cNvSpPr>
          <p:nvPr>
            <p:ph idx="1"/>
          </p:nvPr>
        </p:nvSpPr>
        <p:spPr>
          <a:xfrm>
            <a:off x="457200" y="1235520"/>
            <a:ext cx="8229600" cy="4677918"/>
          </a:xfrm>
        </p:spPr>
        <p:txBody>
          <a:bodyPr>
            <a:normAutofit/>
          </a:bodyPr>
          <a:lstStyle>
            <a:lvl1pPr>
              <a:spcAft>
                <a:spcPts val="600"/>
              </a:spcAft>
              <a:defRPr sz="2000">
                <a:solidFill>
                  <a:schemeClr val="tx2"/>
                </a:solidFill>
                <a:latin typeface="ScalaSans"/>
                <a:cs typeface="ScalaSans"/>
              </a:defRPr>
            </a:lvl1pPr>
            <a:lvl2pPr>
              <a:spcAft>
                <a:spcPts val="600"/>
              </a:spcAft>
              <a:buFont typeface="Arial"/>
              <a:buChar char="•"/>
              <a:defRPr sz="2000">
                <a:solidFill>
                  <a:schemeClr val="tx2"/>
                </a:solidFill>
                <a:latin typeface="ScalaSans"/>
                <a:cs typeface="ScalaSans"/>
              </a:defRPr>
            </a:lvl2pPr>
            <a:lvl3pPr>
              <a:spcAft>
                <a:spcPts val="600"/>
              </a:spcAft>
              <a:defRPr sz="2000">
                <a:solidFill>
                  <a:schemeClr val="tx2"/>
                </a:solidFill>
                <a:latin typeface="ScalaSans"/>
                <a:cs typeface="ScalaSans"/>
              </a:defRPr>
            </a:lvl3pPr>
          </a:lstStyle>
          <a:p>
            <a:pPr lvl="0"/>
            <a:r>
              <a:rPr lang="en-US"/>
              <a:t>Click to edit Master text styles</a:t>
            </a:r>
          </a:p>
          <a:p>
            <a:pPr lvl="1"/>
            <a:r>
              <a:rPr lang="en-US"/>
              <a:t>Second level</a:t>
            </a:r>
          </a:p>
          <a:p>
            <a:pPr lvl="2"/>
            <a:r>
              <a:rPr lang="en-US"/>
              <a:t>Third level</a:t>
            </a:r>
          </a:p>
        </p:txBody>
      </p:sp>
      <p:sp>
        <p:nvSpPr>
          <p:cNvPr id="7" name="Footer Placeholder 4"/>
          <p:cNvSpPr>
            <a:spLocks noGrp="1"/>
          </p:cNvSpPr>
          <p:nvPr>
            <p:ph type="ftr" sz="quarter" idx="10"/>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Slide Number Placeholder 5"/>
          <p:cNvSpPr>
            <a:spLocks noGrp="1"/>
          </p:cNvSpPr>
          <p:nvPr>
            <p:ph type="sldNum" sz="quarter" idx="11"/>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86FBC42C-A7DD-4083-A765-AF2932E96913}" type="slidenum">
              <a:rPr lang="en-GB"/>
              <a:pPr>
                <a:defRPr/>
              </a:pPr>
              <a:t>‹#›</a:t>
            </a:fld>
            <a:endParaRPr lang="en-GB"/>
          </a:p>
        </p:txBody>
      </p:sp>
      <p:sp>
        <p:nvSpPr>
          <p:cNvPr id="9" name="Date Placeholder 3"/>
          <p:cNvSpPr>
            <a:spLocks noGrp="1"/>
          </p:cNvSpPr>
          <p:nvPr>
            <p:ph type="dt" sz="half" idx="12"/>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Tree>
    <p:extLst>
      <p:ext uri="{BB962C8B-B14F-4D97-AF65-F5344CB8AC3E}">
        <p14:creationId xmlns:p14="http://schemas.microsoft.com/office/powerpoint/2010/main" val="1439629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en afbeelding">
    <p:bg>
      <p:bgPr>
        <a:solidFill>
          <a:schemeClr val="accent1"/>
        </a:solidFill>
        <a:effectLst/>
      </p:bgPr>
    </p:bg>
    <p:spTree>
      <p:nvGrpSpPr>
        <p:cNvPr id="1" name=""/>
        <p:cNvGrpSpPr/>
        <p:nvPr/>
      </p:nvGrpSpPr>
      <p:grpSpPr>
        <a:xfrm>
          <a:off x="0" y="0"/>
          <a:ext cx="0" cy="0"/>
          <a:chOff x="0" y="0"/>
          <a:chExt cx="0" cy="0"/>
        </a:xfrm>
      </p:grpSpPr>
      <p:sp>
        <p:nvSpPr>
          <p:cNvPr id="5" name="Freeform 2"/>
          <p:cNvSpPr>
            <a:spLocks/>
          </p:cNvSpPr>
          <p:nvPr/>
        </p:nvSpPr>
        <p:spPr bwMode="auto">
          <a:xfrm>
            <a:off x="0" y="477838"/>
            <a:ext cx="9144000" cy="6380162"/>
          </a:xfrm>
          <a:custGeom>
            <a:avLst/>
            <a:gdLst>
              <a:gd name="T0" fmla="*/ 2147483647 w 3841"/>
              <a:gd name="T1" fmla="*/ 2147483647 h 2680"/>
              <a:gd name="T2" fmla="*/ 0 w 3841"/>
              <a:gd name="T3" fmla="*/ 0 h 2680"/>
              <a:gd name="T4" fmla="*/ 0 w 3841"/>
              <a:gd name="T5" fmla="*/ 2147483647 h 2680"/>
              <a:gd name="T6" fmla="*/ 2147483647 w 3841"/>
              <a:gd name="T7" fmla="*/ 2147483647 h 2680"/>
              <a:gd name="T8" fmla="*/ 2147483647 w 3841"/>
              <a:gd name="T9" fmla="*/ 2147483647 h 2680"/>
              <a:gd name="T10" fmla="*/ 2147483647 w 3841"/>
              <a:gd name="T11" fmla="*/ 2147483647 h 268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41" h="2680">
                <a:moveTo>
                  <a:pt x="192" y="200"/>
                </a:moveTo>
                <a:lnTo>
                  <a:pt x="0" y="0"/>
                </a:lnTo>
                <a:lnTo>
                  <a:pt x="0" y="2680"/>
                </a:lnTo>
                <a:lnTo>
                  <a:pt x="3841" y="2680"/>
                </a:lnTo>
                <a:lnTo>
                  <a:pt x="3841" y="200"/>
                </a:lnTo>
                <a:lnTo>
                  <a:pt x="192" y="200"/>
                </a:lnTo>
                <a:close/>
              </a:path>
            </a:pathLst>
          </a:custGeom>
          <a:solidFill>
            <a:srgbClr val="FFFFFF"/>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pic>
        <p:nvPicPr>
          <p:cNvPr id="6" name="Picture 4" descr="02-UTI_Basisvormen_powerpoint_0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Content Placeholder 2"/>
          <p:cNvSpPr>
            <a:spLocks noGrp="1"/>
          </p:cNvSpPr>
          <p:nvPr>
            <p:ph sz="half" idx="1"/>
          </p:nvPr>
        </p:nvSpPr>
        <p:spPr>
          <a:xfrm>
            <a:off x="457200" y="1234800"/>
            <a:ext cx="4038600" cy="4678638"/>
          </a:xfrm>
        </p:spPr>
        <p:txBody>
          <a:bodyPr>
            <a:normAutofit/>
          </a:bodyPr>
          <a:lstStyle>
            <a:lvl1pPr>
              <a:spcAft>
                <a:spcPts val="600"/>
              </a:spcAft>
              <a:defRPr sz="2000"/>
            </a:lvl1pPr>
            <a:lvl2pPr>
              <a:spcAft>
                <a:spcPts val="600"/>
              </a:spcAft>
              <a:defRPr sz="2000"/>
            </a:lvl2pPr>
            <a:lvl3pPr>
              <a:spcAft>
                <a:spcPts val="600"/>
              </a:spcAft>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9" name="Title 1"/>
          <p:cNvSpPr>
            <a:spLocks noGrp="1"/>
          </p:cNvSpPr>
          <p:nvPr>
            <p:ph type="title"/>
          </p:nvPr>
        </p:nvSpPr>
        <p:spPr>
          <a:xfrm>
            <a:off x="457200" y="-1842"/>
            <a:ext cx="8229600" cy="952242"/>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37" name="Picture Placeholder 36"/>
          <p:cNvSpPr>
            <a:spLocks noGrp="1"/>
          </p:cNvSpPr>
          <p:nvPr>
            <p:ph type="pic" sz="quarter" idx="13"/>
          </p:nvPr>
        </p:nvSpPr>
        <p:spPr>
          <a:xfrm>
            <a:off x="4986868" y="950913"/>
            <a:ext cx="4157132" cy="4962525"/>
          </a:xfrm>
        </p:spPr>
        <p:txBody>
          <a:bodyPr rtlCol="0">
            <a:normAutofit/>
          </a:bodyPr>
          <a:lstStyle/>
          <a:p>
            <a:pPr lvl="0"/>
            <a:r>
              <a:rPr lang="en-US" noProof="0"/>
              <a:t>Click icon to add picture</a:t>
            </a:r>
          </a:p>
        </p:txBody>
      </p:sp>
      <p:sp>
        <p:nvSpPr>
          <p:cNvPr id="7" name="Footer Placeholder 4"/>
          <p:cNvSpPr>
            <a:spLocks noGrp="1"/>
          </p:cNvSpPr>
          <p:nvPr>
            <p:ph type="ftr" sz="quarter" idx="14"/>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Slide Number Placeholder 5"/>
          <p:cNvSpPr>
            <a:spLocks noGrp="1"/>
          </p:cNvSpPr>
          <p:nvPr>
            <p:ph type="sldNum" sz="quarter" idx="15"/>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A99BE760-49BC-4960-975F-57CFDA854A70}" type="slidenum">
              <a:rPr lang="en-GB"/>
              <a:pPr>
                <a:defRPr/>
              </a:pPr>
              <a:t>‹#›</a:t>
            </a:fld>
            <a:endParaRPr lang="en-GB"/>
          </a:p>
        </p:txBody>
      </p:sp>
      <p:sp>
        <p:nvSpPr>
          <p:cNvPr id="10" name="Date Placeholder 3"/>
          <p:cNvSpPr>
            <a:spLocks noGrp="1"/>
          </p:cNvSpPr>
          <p:nvPr>
            <p:ph type="dt" sz="half" idx="16"/>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Tree>
    <p:extLst>
      <p:ext uri="{BB962C8B-B14F-4D97-AF65-F5344CB8AC3E}">
        <p14:creationId xmlns:p14="http://schemas.microsoft.com/office/powerpoint/2010/main" val="4238717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oofdstukslide groen">
    <p:bg>
      <p:bgPr>
        <a:solidFill>
          <a:schemeClr val="accent2"/>
        </a:solidFill>
        <a:effectLst/>
      </p:bgPr>
    </p:bg>
    <p:spTree>
      <p:nvGrpSpPr>
        <p:cNvPr id="1" name=""/>
        <p:cNvGrpSpPr/>
        <p:nvPr/>
      </p:nvGrpSpPr>
      <p:grpSpPr>
        <a:xfrm>
          <a:off x="0" y="0"/>
          <a:ext cx="0" cy="0"/>
          <a:chOff x="0" y="0"/>
          <a:chExt cx="0" cy="0"/>
        </a:xfrm>
      </p:grpSpPr>
      <p:sp>
        <p:nvSpPr>
          <p:cNvPr id="3" name="Freeform 7"/>
          <p:cNvSpPr>
            <a:spLocks/>
          </p:cNvSpPr>
          <p:nvPr/>
        </p:nvSpPr>
        <p:spPr bwMode="auto">
          <a:xfrm>
            <a:off x="4022725" y="1476375"/>
            <a:ext cx="5145088" cy="1695450"/>
          </a:xfrm>
          <a:custGeom>
            <a:avLst/>
            <a:gdLst>
              <a:gd name="T0" fmla="*/ 2147483647 w 2161"/>
              <a:gd name="T1" fmla="*/ 2147483647 h 712"/>
              <a:gd name="T2" fmla="*/ 2147483647 w 2161"/>
              <a:gd name="T3" fmla="*/ 2147483647 h 712"/>
              <a:gd name="T4" fmla="*/ 0 w 2161"/>
              <a:gd name="T5" fmla="*/ 2147483647 h 712"/>
              <a:gd name="T6" fmla="*/ 0 w 2161"/>
              <a:gd name="T7" fmla="*/ 0 h 712"/>
              <a:gd name="T8" fmla="*/ 2147483647 w 2161"/>
              <a:gd name="T9" fmla="*/ 0 h 712"/>
              <a:gd name="T10" fmla="*/ 2147483647 w 2161"/>
              <a:gd name="T11" fmla="*/ 2147483647 h 7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1" h="712">
                <a:moveTo>
                  <a:pt x="2161" y="712"/>
                </a:moveTo>
                <a:lnTo>
                  <a:pt x="329" y="712"/>
                </a:lnTo>
                <a:lnTo>
                  <a:pt x="0" y="392"/>
                </a:lnTo>
                <a:lnTo>
                  <a:pt x="0" y="0"/>
                </a:lnTo>
                <a:lnTo>
                  <a:pt x="2161" y="0"/>
                </a:lnTo>
                <a:lnTo>
                  <a:pt x="2161" y="712"/>
                </a:lnTo>
                <a:close/>
              </a:path>
            </a:pathLst>
          </a:custGeom>
          <a:solidFill>
            <a:schemeClr val="bg1"/>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sp>
        <p:nvSpPr>
          <p:cNvPr id="4" name="Rectangle 6"/>
          <p:cNvSpPr>
            <a:spLocks noChangeArrowheads="1"/>
          </p:cNvSpPr>
          <p:nvPr/>
        </p:nvSpPr>
        <p:spPr bwMode="auto">
          <a:xfrm>
            <a:off x="-1588" y="5924550"/>
            <a:ext cx="9144001" cy="933450"/>
          </a:xfrm>
          <a:prstGeom prst="rect">
            <a:avLst/>
          </a:prstGeom>
          <a:solidFill>
            <a:srgbClr val="FFFFFF">
              <a:alpha val="94901"/>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5" name="Picture 5" descr="02-UTI_Basisvormen_powerpoint_0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0" name="Text Placeholder 18"/>
          <p:cNvSpPr>
            <a:spLocks noGrp="1"/>
          </p:cNvSpPr>
          <p:nvPr>
            <p:ph type="body" sz="quarter" idx="13"/>
          </p:nvPr>
        </p:nvSpPr>
        <p:spPr>
          <a:xfrm>
            <a:off x="4722602" y="1963618"/>
            <a:ext cx="4386263" cy="1208134"/>
          </a:xfrm>
        </p:spPr>
        <p:txBody>
          <a:bodyPr>
            <a:normAutofit/>
          </a:bodyPr>
          <a:lstStyle>
            <a:lvl1pPr>
              <a:buFontTx/>
              <a:buNone/>
              <a:defRPr sz="3200">
                <a:solidFill>
                  <a:srgbClr val="003366"/>
                </a:solidFill>
                <a:latin typeface="ScalaSans"/>
                <a:cs typeface="ScalaSans"/>
              </a:defRPr>
            </a:lvl1pPr>
          </a:lstStyle>
          <a:p>
            <a:pPr lvl="0"/>
            <a:r>
              <a:rPr lang="en-US"/>
              <a:t>Click to edit Master text styles</a:t>
            </a:r>
          </a:p>
        </p:txBody>
      </p:sp>
      <p:sp>
        <p:nvSpPr>
          <p:cNvPr id="6" name="Slide Number Placeholder 5"/>
          <p:cNvSpPr>
            <a:spLocks noGrp="1"/>
          </p:cNvSpPr>
          <p:nvPr>
            <p:ph type="sldNum" sz="quarter" idx="14"/>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F8BFB412-850A-4E0A-9A50-A76D1A85DCFF}" type="slidenum">
              <a:rPr lang="en-GB"/>
              <a:pPr>
                <a:defRPr/>
              </a:pPr>
              <a:t>‹#›</a:t>
            </a:fld>
            <a:endParaRPr lang="en-GB"/>
          </a:p>
        </p:txBody>
      </p:sp>
      <p:sp>
        <p:nvSpPr>
          <p:cNvPr id="7" name="Footer Placeholder 4"/>
          <p:cNvSpPr>
            <a:spLocks noGrp="1"/>
          </p:cNvSpPr>
          <p:nvPr>
            <p:ph type="ftr" sz="quarter" idx="15"/>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Date Placeholder 3"/>
          <p:cNvSpPr>
            <a:spLocks noGrp="1"/>
          </p:cNvSpPr>
          <p:nvPr>
            <p:ph type="dt" sz="half" idx="16"/>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Tree>
    <p:extLst>
      <p:ext uri="{BB962C8B-B14F-4D97-AF65-F5344CB8AC3E}">
        <p14:creationId xmlns:p14="http://schemas.microsoft.com/office/powerpoint/2010/main" val="28994089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en grafiek">
    <p:bg>
      <p:bgPr>
        <a:solidFill>
          <a:schemeClr val="tx2"/>
        </a:solidFill>
        <a:effectLst/>
      </p:bgPr>
    </p:bg>
    <p:spTree>
      <p:nvGrpSpPr>
        <p:cNvPr id="1" name=""/>
        <p:cNvGrpSpPr/>
        <p:nvPr/>
      </p:nvGrpSpPr>
      <p:grpSpPr>
        <a:xfrm>
          <a:off x="0" y="0"/>
          <a:ext cx="0" cy="0"/>
          <a:chOff x="0" y="0"/>
          <a:chExt cx="0" cy="0"/>
        </a:xfrm>
      </p:grpSpPr>
      <p:sp>
        <p:nvSpPr>
          <p:cNvPr id="5" name="Freeform 2"/>
          <p:cNvSpPr>
            <a:spLocks/>
          </p:cNvSpPr>
          <p:nvPr/>
        </p:nvSpPr>
        <p:spPr bwMode="auto">
          <a:xfrm>
            <a:off x="0" y="477838"/>
            <a:ext cx="9144000" cy="6380162"/>
          </a:xfrm>
          <a:custGeom>
            <a:avLst/>
            <a:gdLst>
              <a:gd name="T0" fmla="*/ 2147483647 w 3841"/>
              <a:gd name="T1" fmla="*/ 2147483647 h 2680"/>
              <a:gd name="T2" fmla="*/ 0 w 3841"/>
              <a:gd name="T3" fmla="*/ 0 h 2680"/>
              <a:gd name="T4" fmla="*/ 0 w 3841"/>
              <a:gd name="T5" fmla="*/ 2147483647 h 2680"/>
              <a:gd name="T6" fmla="*/ 2147483647 w 3841"/>
              <a:gd name="T7" fmla="*/ 2147483647 h 2680"/>
              <a:gd name="T8" fmla="*/ 2147483647 w 3841"/>
              <a:gd name="T9" fmla="*/ 2147483647 h 2680"/>
              <a:gd name="T10" fmla="*/ 2147483647 w 3841"/>
              <a:gd name="T11" fmla="*/ 2147483647 h 268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41" h="2680">
                <a:moveTo>
                  <a:pt x="192" y="200"/>
                </a:moveTo>
                <a:lnTo>
                  <a:pt x="0" y="0"/>
                </a:lnTo>
                <a:lnTo>
                  <a:pt x="0" y="2680"/>
                </a:lnTo>
                <a:lnTo>
                  <a:pt x="3841" y="2680"/>
                </a:lnTo>
                <a:lnTo>
                  <a:pt x="3841" y="200"/>
                </a:lnTo>
                <a:lnTo>
                  <a:pt x="192" y="200"/>
                </a:lnTo>
                <a:close/>
              </a:path>
            </a:pathLst>
          </a:custGeom>
          <a:solidFill>
            <a:srgbClr val="FFFFFF"/>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pic>
        <p:nvPicPr>
          <p:cNvPr id="6" name="Picture 4" descr="02-UTI_Basisvormen_powerpoint_0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Content Placeholder 2"/>
          <p:cNvSpPr>
            <a:spLocks noGrp="1"/>
          </p:cNvSpPr>
          <p:nvPr>
            <p:ph sz="half" idx="1"/>
          </p:nvPr>
        </p:nvSpPr>
        <p:spPr>
          <a:xfrm>
            <a:off x="457200" y="1234800"/>
            <a:ext cx="4038600" cy="4678638"/>
          </a:xfrm>
        </p:spPr>
        <p:txBody>
          <a:bodyPr>
            <a:normAutofit/>
          </a:bodyPr>
          <a:lstStyle>
            <a:lvl1pPr>
              <a:spcAft>
                <a:spcPts val="600"/>
              </a:spcAft>
              <a:defRPr sz="2000"/>
            </a:lvl1pPr>
            <a:lvl2pPr>
              <a:spcAft>
                <a:spcPts val="600"/>
              </a:spcAft>
              <a:defRPr sz="2000"/>
            </a:lvl2pPr>
            <a:lvl3pPr>
              <a:spcAft>
                <a:spcPts val="600"/>
              </a:spcAft>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9" name="Title 1"/>
          <p:cNvSpPr>
            <a:spLocks noGrp="1"/>
          </p:cNvSpPr>
          <p:nvPr>
            <p:ph type="title"/>
          </p:nvPr>
        </p:nvSpPr>
        <p:spPr>
          <a:xfrm>
            <a:off x="457200" y="-1842"/>
            <a:ext cx="8229600" cy="952242"/>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15" name="Chart Placeholder 14"/>
          <p:cNvSpPr>
            <a:spLocks noGrp="1"/>
          </p:cNvSpPr>
          <p:nvPr>
            <p:ph type="chart" sz="quarter" idx="13"/>
          </p:nvPr>
        </p:nvSpPr>
        <p:spPr>
          <a:xfrm>
            <a:off x="4978400" y="950913"/>
            <a:ext cx="4165600" cy="4962525"/>
          </a:xfrm>
        </p:spPr>
        <p:txBody>
          <a:bodyPr rtlCol="0">
            <a:normAutofit/>
          </a:bodyPr>
          <a:lstStyle/>
          <a:p>
            <a:pPr lvl="0"/>
            <a:r>
              <a:rPr lang="en-US" noProof="0"/>
              <a:t>Click icon to add chart</a:t>
            </a:r>
          </a:p>
        </p:txBody>
      </p:sp>
      <p:sp>
        <p:nvSpPr>
          <p:cNvPr id="7" name="Footer Placeholder 4"/>
          <p:cNvSpPr>
            <a:spLocks noGrp="1"/>
          </p:cNvSpPr>
          <p:nvPr>
            <p:ph type="ftr" sz="quarter" idx="14"/>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Slide Number Placeholder 5"/>
          <p:cNvSpPr>
            <a:spLocks noGrp="1"/>
          </p:cNvSpPr>
          <p:nvPr>
            <p:ph type="sldNum" sz="quarter" idx="15"/>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55AB2B3E-8C75-42B0-9783-CFEF5F8D6B9E}" type="slidenum">
              <a:rPr lang="en-GB"/>
              <a:pPr>
                <a:defRPr/>
              </a:pPr>
              <a:t>‹#›</a:t>
            </a:fld>
            <a:endParaRPr lang="en-GB"/>
          </a:p>
        </p:txBody>
      </p:sp>
      <p:sp>
        <p:nvSpPr>
          <p:cNvPr id="10" name="Date Placeholder 3"/>
          <p:cNvSpPr>
            <a:spLocks noGrp="1"/>
          </p:cNvSpPr>
          <p:nvPr>
            <p:ph type="dt" sz="half" idx="16"/>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Tree>
    <p:extLst>
      <p:ext uri="{BB962C8B-B14F-4D97-AF65-F5344CB8AC3E}">
        <p14:creationId xmlns:p14="http://schemas.microsoft.com/office/powerpoint/2010/main" val="1805725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 kolom en kop">
    <p:bg>
      <p:bgPr>
        <a:solidFill>
          <a:srgbClr val="C3BCB2"/>
        </a:solidFill>
        <a:effectLst/>
      </p:bgPr>
    </p:bg>
    <p:spTree>
      <p:nvGrpSpPr>
        <p:cNvPr id="1" name=""/>
        <p:cNvGrpSpPr/>
        <p:nvPr/>
      </p:nvGrpSpPr>
      <p:grpSpPr>
        <a:xfrm>
          <a:off x="0" y="0"/>
          <a:ext cx="0" cy="0"/>
          <a:chOff x="0" y="0"/>
          <a:chExt cx="0" cy="0"/>
        </a:xfrm>
      </p:grpSpPr>
      <p:sp>
        <p:nvSpPr>
          <p:cNvPr id="7" name="Freeform 2"/>
          <p:cNvSpPr>
            <a:spLocks/>
          </p:cNvSpPr>
          <p:nvPr/>
        </p:nvSpPr>
        <p:spPr bwMode="auto">
          <a:xfrm>
            <a:off x="0" y="477838"/>
            <a:ext cx="9144000" cy="6380162"/>
          </a:xfrm>
          <a:custGeom>
            <a:avLst/>
            <a:gdLst>
              <a:gd name="T0" fmla="*/ 2147483647 w 3841"/>
              <a:gd name="T1" fmla="*/ 2147483647 h 2680"/>
              <a:gd name="T2" fmla="*/ 0 w 3841"/>
              <a:gd name="T3" fmla="*/ 0 h 2680"/>
              <a:gd name="T4" fmla="*/ 0 w 3841"/>
              <a:gd name="T5" fmla="*/ 2147483647 h 2680"/>
              <a:gd name="T6" fmla="*/ 2147483647 w 3841"/>
              <a:gd name="T7" fmla="*/ 2147483647 h 2680"/>
              <a:gd name="T8" fmla="*/ 2147483647 w 3841"/>
              <a:gd name="T9" fmla="*/ 2147483647 h 2680"/>
              <a:gd name="T10" fmla="*/ 2147483647 w 3841"/>
              <a:gd name="T11" fmla="*/ 2147483647 h 268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41" h="2680">
                <a:moveTo>
                  <a:pt x="192" y="200"/>
                </a:moveTo>
                <a:lnTo>
                  <a:pt x="0" y="0"/>
                </a:lnTo>
                <a:lnTo>
                  <a:pt x="0" y="2680"/>
                </a:lnTo>
                <a:lnTo>
                  <a:pt x="3841" y="2680"/>
                </a:lnTo>
                <a:lnTo>
                  <a:pt x="3841" y="200"/>
                </a:lnTo>
                <a:lnTo>
                  <a:pt x="192" y="200"/>
                </a:lnTo>
                <a:close/>
              </a:path>
            </a:pathLst>
          </a:custGeom>
          <a:solidFill>
            <a:srgbClr val="FFFFFF"/>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pic>
        <p:nvPicPr>
          <p:cNvPr id="8" name="Picture 4" descr="02-UTI_Basisvormen_powerpoint_0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Text Placeholder 2"/>
          <p:cNvSpPr>
            <a:spLocks noGrp="1"/>
          </p:cNvSpPr>
          <p:nvPr>
            <p:ph type="body" idx="1"/>
          </p:nvPr>
        </p:nvSpPr>
        <p:spPr>
          <a:xfrm>
            <a:off x="457200" y="1235520"/>
            <a:ext cx="4040188" cy="639762"/>
          </a:xfrm>
        </p:spPr>
        <p:txBody>
          <a:bodyPr anchor="b"/>
          <a:lstStyle>
            <a:lvl1pPr marL="0" indent="0">
              <a:buNone/>
              <a:defRPr sz="2400" b="0">
                <a:latin typeface="ScalaSans"/>
                <a:cs typeface="ScalaSan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75282"/>
            <a:ext cx="4040188" cy="4038156"/>
          </a:xfrm>
        </p:spPr>
        <p:txBody>
          <a:bodyPr>
            <a:normAutofit/>
          </a:bodyPr>
          <a:lstStyle>
            <a:lvl1pPr>
              <a:spcAft>
                <a:spcPts val="600"/>
              </a:spcAft>
              <a:defRPr sz="2000">
                <a:latin typeface="ScalaSans"/>
                <a:cs typeface="ScalaSans"/>
              </a:defRPr>
            </a:lvl1pPr>
            <a:lvl2pPr>
              <a:spcAft>
                <a:spcPts val="600"/>
              </a:spcAft>
              <a:defRPr sz="2000">
                <a:latin typeface="ScalaSans"/>
                <a:cs typeface="ScalaSans"/>
              </a:defRPr>
            </a:lvl2pPr>
            <a:lvl3pPr>
              <a:spcAft>
                <a:spcPts val="600"/>
              </a:spcAft>
              <a:defRPr sz="2000">
                <a:latin typeface="ScalaSans"/>
                <a:cs typeface="ScalaSans"/>
              </a:defRPr>
            </a:lvl3pPr>
            <a:lvl4pPr>
              <a:defRPr sz="1600">
                <a:latin typeface="ScalaSans"/>
                <a:cs typeface="ScalaSans"/>
              </a:defRPr>
            </a:lvl4pPr>
            <a:lvl5pPr>
              <a:defRPr sz="1600">
                <a:latin typeface="ScalaSans"/>
                <a:cs typeface="ScalaSans"/>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4645025" y="1235520"/>
            <a:ext cx="4041775" cy="639762"/>
          </a:xfrm>
        </p:spPr>
        <p:txBody>
          <a:bodyPr anchor="b"/>
          <a:lstStyle>
            <a:lvl1pPr marL="0" indent="0">
              <a:buNone/>
              <a:defRPr sz="2400" b="0">
                <a:latin typeface="ScalaSans"/>
                <a:cs typeface="ScalaSan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1875282"/>
            <a:ext cx="4041775" cy="4038156"/>
          </a:xfrm>
        </p:spPr>
        <p:txBody>
          <a:bodyPr>
            <a:normAutofit/>
          </a:bodyPr>
          <a:lstStyle>
            <a:lvl1pPr>
              <a:spcAft>
                <a:spcPts val="600"/>
              </a:spcAft>
              <a:defRPr sz="2000">
                <a:latin typeface="ScalaSans"/>
                <a:cs typeface="ScalaSans"/>
              </a:defRPr>
            </a:lvl1pPr>
            <a:lvl2pPr>
              <a:spcAft>
                <a:spcPts val="600"/>
              </a:spcAft>
              <a:defRPr sz="2000">
                <a:latin typeface="ScalaSans"/>
                <a:cs typeface="ScalaSans"/>
              </a:defRPr>
            </a:lvl2pPr>
            <a:lvl3pPr>
              <a:spcAft>
                <a:spcPts val="600"/>
              </a:spcAft>
              <a:defRPr sz="2000">
                <a:latin typeface="ScalaSans"/>
                <a:cs typeface="ScalaSans"/>
              </a:defRPr>
            </a:lvl3pPr>
            <a:lvl4pPr>
              <a:defRPr sz="1600">
                <a:latin typeface="ScalaSans"/>
                <a:cs typeface="ScalaSans"/>
              </a:defRPr>
            </a:lvl4pPr>
            <a:lvl5pPr>
              <a:defRPr sz="1600">
                <a:latin typeface="ScalaSans"/>
                <a:cs typeface="ScalaSans"/>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12" name="Title 1"/>
          <p:cNvSpPr>
            <a:spLocks noGrp="1"/>
          </p:cNvSpPr>
          <p:nvPr>
            <p:ph type="title"/>
          </p:nvPr>
        </p:nvSpPr>
        <p:spPr>
          <a:xfrm>
            <a:off x="457200" y="-1842"/>
            <a:ext cx="8229600" cy="952242"/>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9" name="Footer Placeholder 4"/>
          <p:cNvSpPr>
            <a:spLocks noGrp="1"/>
          </p:cNvSpPr>
          <p:nvPr>
            <p:ph type="ftr" sz="quarter" idx="10"/>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10" name="Slide Number Placeholder 5"/>
          <p:cNvSpPr>
            <a:spLocks noGrp="1"/>
          </p:cNvSpPr>
          <p:nvPr>
            <p:ph type="sldNum" sz="quarter" idx="11"/>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8939101D-5D4D-460B-A846-DA1283B2E2A5}" type="slidenum">
              <a:rPr lang="en-GB"/>
              <a:pPr>
                <a:defRPr/>
              </a:pPr>
              <a:t>‹#›</a:t>
            </a:fld>
            <a:endParaRPr lang="en-GB"/>
          </a:p>
        </p:txBody>
      </p:sp>
      <p:sp>
        <p:nvSpPr>
          <p:cNvPr id="11" name="Date Placeholder 3"/>
          <p:cNvSpPr>
            <a:spLocks noGrp="1"/>
          </p:cNvSpPr>
          <p:nvPr>
            <p:ph type="dt" sz="half" idx="12"/>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Tree>
    <p:extLst>
      <p:ext uri="{BB962C8B-B14F-4D97-AF65-F5344CB8AC3E}">
        <p14:creationId xmlns:p14="http://schemas.microsoft.com/office/powerpoint/2010/main" val="30879253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fotoslide blauw">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Freeform 3"/>
          <p:cNvSpPr>
            <a:spLocks/>
          </p:cNvSpPr>
          <p:nvPr/>
        </p:nvSpPr>
        <p:spPr bwMode="auto">
          <a:xfrm>
            <a:off x="0" y="0"/>
            <a:ext cx="9144000" cy="950913"/>
          </a:xfrm>
          <a:custGeom>
            <a:avLst/>
            <a:gdLst>
              <a:gd name="T0" fmla="*/ 0 w 3841"/>
              <a:gd name="T1" fmla="*/ 2147483647 h 400"/>
              <a:gd name="T2" fmla="*/ 0 w 3841"/>
              <a:gd name="T3" fmla="*/ 0 h 400"/>
              <a:gd name="T4" fmla="*/ 2147483647 w 3841"/>
              <a:gd name="T5" fmla="*/ 0 h 400"/>
              <a:gd name="T6" fmla="*/ 2147483647 w 3841"/>
              <a:gd name="T7" fmla="*/ 2147483647 h 400"/>
              <a:gd name="T8" fmla="*/ 2147483647 w 3841"/>
              <a:gd name="T9" fmla="*/ 2147483647 h 400"/>
              <a:gd name="T10" fmla="*/ 0 w 3841"/>
              <a:gd name="T11" fmla="*/ 2147483647 h 4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41" h="400">
                <a:moveTo>
                  <a:pt x="0" y="208"/>
                </a:moveTo>
                <a:lnTo>
                  <a:pt x="0" y="0"/>
                </a:lnTo>
                <a:lnTo>
                  <a:pt x="3841" y="0"/>
                </a:lnTo>
                <a:lnTo>
                  <a:pt x="3841" y="400"/>
                </a:lnTo>
                <a:lnTo>
                  <a:pt x="184" y="400"/>
                </a:lnTo>
                <a:lnTo>
                  <a:pt x="0" y="208"/>
                </a:lnTo>
                <a:close/>
              </a:path>
            </a:pathLst>
          </a:custGeom>
          <a:solidFill>
            <a:schemeClr val="tx2"/>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sp>
        <p:nvSpPr>
          <p:cNvPr id="4" name="Rectangle 6"/>
          <p:cNvSpPr>
            <a:spLocks noChangeArrowheads="1"/>
          </p:cNvSpPr>
          <p:nvPr/>
        </p:nvSpPr>
        <p:spPr bwMode="auto">
          <a:xfrm>
            <a:off x="-1588" y="5924550"/>
            <a:ext cx="9144001" cy="933450"/>
          </a:xfrm>
          <a:prstGeom prst="rect">
            <a:avLst/>
          </a:prstGeom>
          <a:solidFill>
            <a:srgbClr val="FFFFFF">
              <a:alpha val="85097"/>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5" name="Picture 5" descr="02-UTI_Basisvormen_powerpoint_03.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6" name="Title 1"/>
          <p:cNvSpPr>
            <a:spLocks noGrp="1"/>
          </p:cNvSpPr>
          <p:nvPr>
            <p:ph type="title"/>
          </p:nvPr>
        </p:nvSpPr>
        <p:spPr>
          <a:xfrm>
            <a:off x="457200" y="-1842"/>
            <a:ext cx="8229600" cy="952242"/>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6" name="Date Placeholder 3"/>
          <p:cNvSpPr>
            <a:spLocks noGrp="1"/>
          </p:cNvSpPr>
          <p:nvPr>
            <p:ph type="dt" sz="half" idx="10"/>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
        <p:nvSpPr>
          <p:cNvPr id="7" name="Footer Placeholder 4"/>
          <p:cNvSpPr>
            <a:spLocks noGrp="1"/>
          </p:cNvSpPr>
          <p:nvPr>
            <p:ph type="ftr" sz="quarter" idx="11"/>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Slide Number Placeholder 5"/>
          <p:cNvSpPr>
            <a:spLocks noGrp="1"/>
          </p:cNvSpPr>
          <p:nvPr>
            <p:ph type="sldNum" sz="quarter" idx="12"/>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E8387B4A-66BE-4F1F-AC55-3FEAC05998E8}" type="slidenum">
              <a:rPr lang="en-GB"/>
              <a:pPr>
                <a:defRPr/>
              </a:pPr>
              <a:t>‹#›</a:t>
            </a:fld>
            <a:endParaRPr lang="en-GB"/>
          </a:p>
        </p:txBody>
      </p:sp>
    </p:spTree>
    <p:extLst>
      <p:ext uri="{BB962C8B-B14F-4D97-AF65-F5344CB8AC3E}">
        <p14:creationId xmlns:p14="http://schemas.microsoft.com/office/powerpoint/2010/main" val="14147023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fotoslide brons">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Freeform 3"/>
          <p:cNvSpPr>
            <a:spLocks/>
          </p:cNvSpPr>
          <p:nvPr/>
        </p:nvSpPr>
        <p:spPr bwMode="auto">
          <a:xfrm>
            <a:off x="0" y="0"/>
            <a:ext cx="9144000" cy="950913"/>
          </a:xfrm>
          <a:custGeom>
            <a:avLst/>
            <a:gdLst>
              <a:gd name="T0" fmla="*/ 0 w 3841"/>
              <a:gd name="T1" fmla="*/ 2147483647 h 400"/>
              <a:gd name="T2" fmla="*/ 0 w 3841"/>
              <a:gd name="T3" fmla="*/ 0 h 400"/>
              <a:gd name="T4" fmla="*/ 2147483647 w 3841"/>
              <a:gd name="T5" fmla="*/ 0 h 400"/>
              <a:gd name="T6" fmla="*/ 2147483647 w 3841"/>
              <a:gd name="T7" fmla="*/ 2147483647 h 400"/>
              <a:gd name="T8" fmla="*/ 2147483647 w 3841"/>
              <a:gd name="T9" fmla="*/ 2147483647 h 400"/>
              <a:gd name="T10" fmla="*/ 0 w 3841"/>
              <a:gd name="T11" fmla="*/ 2147483647 h 4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41" h="400">
                <a:moveTo>
                  <a:pt x="0" y="208"/>
                </a:moveTo>
                <a:lnTo>
                  <a:pt x="0" y="0"/>
                </a:lnTo>
                <a:lnTo>
                  <a:pt x="3841" y="0"/>
                </a:lnTo>
                <a:lnTo>
                  <a:pt x="3841" y="400"/>
                </a:lnTo>
                <a:lnTo>
                  <a:pt x="184" y="400"/>
                </a:lnTo>
                <a:lnTo>
                  <a:pt x="0" y="208"/>
                </a:lnTo>
                <a:close/>
              </a:path>
            </a:pathLst>
          </a:custGeom>
          <a:solidFill>
            <a:schemeClr val="accent1"/>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sp>
        <p:nvSpPr>
          <p:cNvPr id="4" name="Rectangle 6"/>
          <p:cNvSpPr>
            <a:spLocks noChangeArrowheads="1"/>
          </p:cNvSpPr>
          <p:nvPr/>
        </p:nvSpPr>
        <p:spPr bwMode="auto">
          <a:xfrm>
            <a:off x="-1588" y="5924550"/>
            <a:ext cx="9144001" cy="933450"/>
          </a:xfrm>
          <a:prstGeom prst="rect">
            <a:avLst/>
          </a:prstGeom>
          <a:solidFill>
            <a:srgbClr val="FFFFFF">
              <a:alpha val="85097"/>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5" name="Picture 5" descr="02-UTI_Basisvormen_powerpoint_03.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6" name="Title 1"/>
          <p:cNvSpPr>
            <a:spLocks noGrp="1"/>
          </p:cNvSpPr>
          <p:nvPr>
            <p:ph type="title"/>
          </p:nvPr>
        </p:nvSpPr>
        <p:spPr>
          <a:xfrm>
            <a:off x="457200" y="-1842"/>
            <a:ext cx="8229600" cy="952242"/>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6" name="Date Placeholder 3"/>
          <p:cNvSpPr>
            <a:spLocks noGrp="1"/>
          </p:cNvSpPr>
          <p:nvPr>
            <p:ph type="dt" sz="half" idx="10"/>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
        <p:nvSpPr>
          <p:cNvPr id="7" name="Footer Placeholder 4"/>
          <p:cNvSpPr>
            <a:spLocks noGrp="1"/>
          </p:cNvSpPr>
          <p:nvPr>
            <p:ph type="ftr" sz="quarter" idx="11"/>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Slide Number Placeholder 5"/>
          <p:cNvSpPr>
            <a:spLocks noGrp="1"/>
          </p:cNvSpPr>
          <p:nvPr>
            <p:ph type="sldNum" sz="quarter" idx="12"/>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0FE4C817-978D-43B6-BDFA-64121781C9B7}" type="slidenum">
              <a:rPr lang="en-GB"/>
              <a:pPr>
                <a:defRPr/>
              </a:pPr>
              <a:t>‹#›</a:t>
            </a:fld>
            <a:endParaRPr lang="en-GB"/>
          </a:p>
        </p:txBody>
      </p:sp>
    </p:spTree>
    <p:extLst>
      <p:ext uri="{BB962C8B-B14F-4D97-AF65-F5344CB8AC3E}">
        <p14:creationId xmlns:p14="http://schemas.microsoft.com/office/powerpoint/2010/main" val="17891936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_fotoslide groe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Freeform 3"/>
          <p:cNvSpPr>
            <a:spLocks/>
          </p:cNvSpPr>
          <p:nvPr/>
        </p:nvSpPr>
        <p:spPr bwMode="auto">
          <a:xfrm>
            <a:off x="0" y="0"/>
            <a:ext cx="9144000" cy="950913"/>
          </a:xfrm>
          <a:custGeom>
            <a:avLst/>
            <a:gdLst>
              <a:gd name="T0" fmla="*/ 0 w 3841"/>
              <a:gd name="T1" fmla="*/ 2147483647 h 400"/>
              <a:gd name="T2" fmla="*/ 0 w 3841"/>
              <a:gd name="T3" fmla="*/ 0 h 400"/>
              <a:gd name="T4" fmla="*/ 2147483647 w 3841"/>
              <a:gd name="T5" fmla="*/ 0 h 400"/>
              <a:gd name="T6" fmla="*/ 2147483647 w 3841"/>
              <a:gd name="T7" fmla="*/ 2147483647 h 400"/>
              <a:gd name="T8" fmla="*/ 2147483647 w 3841"/>
              <a:gd name="T9" fmla="*/ 2147483647 h 400"/>
              <a:gd name="T10" fmla="*/ 0 w 3841"/>
              <a:gd name="T11" fmla="*/ 2147483647 h 4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41" h="400">
                <a:moveTo>
                  <a:pt x="0" y="208"/>
                </a:moveTo>
                <a:lnTo>
                  <a:pt x="0" y="0"/>
                </a:lnTo>
                <a:lnTo>
                  <a:pt x="3841" y="0"/>
                </a:lnTo>
                <a:lnTo>
                  <a:pt x="3841" y="400"/>
                </a:lnTo>
                <a:lnTo>
                  <a:pt x="184" y="400"/>
                </a:lnTo>
                <a:lnTo>
                  <a:pt x="0" y="208"/>
                </a:lnTo>
                <a:close/>
              </a:path>
            </a:pathLst>
          </a:custGeom>
          <a:solidFill>
            <a:schemeClr val="accent2"/>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sp>
        <p:nvSpPr>
          <p:cNvPr id="4" name="Rectangle 6"/>
          <p:cNvSpPr>
            <a:spLocks noChangeArrowheads="1"/>
          </p:cNvSpPr>
          <p:nvPr/>
        </p:nvSpPr>
        <p:spPr bwMode="auto">
          <a:xfrm>
            <a:off x="-1588" y="5924550"/>
            <a:ext cx="9144001" cy="933450"/>
          </a:xfrm>
          <a:prstGeom prst="rect">
            <a:avLst/>
          </a:prstGeom>
          <a:solidFill>
            <a:srgbClr val="FFFFFF">
              <a:alpha val="85097"/>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5" name="Picture 5" descr="02-UTI_Basisvormen_powerpoint_03.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6" name="Title 1"/>
          <p:cNvSpPr>
            <a:spLocks noGrp="1"/>
          </p:cNvSpPr>
          <p:nvPr>
            <p:ph type="title"/>
          </p:nvPr>
        </p:nvSpPr>
        <p:spPr>
          <a:xfrm>
            <a:off x="457200" y="-1842"/>
            <a:ext cx="8229600" cy="952242"/>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6" name="Date Placeholder 3"/>
          <p:cNvSpPr>
            <a:spLocks noGrp="1"/>
          </p:cNvSpPr>
          <p:nvPr>
            <p:ph type="dt" sz="half" idx="10"/>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
        <p:nvSpPr>
          <p:cNvPr id="7" name="Footer Placeholder 4"/>
          <p:cNvSpPr>
            <a:spLocks noGrp="1"/>
          </p:cNvSpPr>
          <p:nvPr>
            <p:ph type="ftr" sz="quarter" idx="11"/>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Slide Number Placeholder 5"/>
          <p:cNvSpPr>
            <a:spLocks noGrp="1"/>
          </p:cNvSpPr>
          <p:nvPr>
            <p:ph type="sldNum" sz="quarter" idx="12"/>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A8009AC3-8434-4CD0-91C0-1F8DFBA6296E}" type="slidenum">
              <a:rPr lang="en-GB"/>
              <a:pPr>
                <a:defRPr/>
              </a:pPr>
              <a:t>‹#›</a:t>
            </a:fld>
            <a:endParaRPr lang="en-GB"/>
          </a:p>
        </p:txBody>
      </p:sp>
    </p:spTree>
    <p:extLst>
      <p:ext uri="{BB962C8B-B14F-4D97-AF65-F5344CB8AC3E}">
        <p14:creationId xmlns:p14="http://schemas.microsoft.com/office/powerpoint/2010/main" val="11407054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fotoslide grijs">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Freeform 2"/>
          <p:cNvSpPr>
            <a:spLocks/>
          </p:cNvSpPr>
          <p:nvPr/>
        </p:nvSpPr>
        <p:spPr bwMode="auto">
          <a:xfrm>
            <a:off x="0" y="0"/>
            <a:ext cx="9144000" cy="950913"/>
          </a:xfrm>
          <a:custGeom>
            <a:avLst/>
            <a:gdLst/>
            <a:ahLst/>
            <a:cxnLst>
              <a:cxn ang="0">
                <a:pos x="0" y="208"/>
              </a:cxn>
              <a:cxn ang="0">
                <a:pos x="0" y="0"/>
              </a:cxn>
              <a:cxn ang="0">
                <a:pos x="3841" y="0"/>
              </a:cxn>
              <a:cxn ang="0">
                <a:pos x="3841" y="400"/>
              </a:cxn>
              <a:cxn ang="0">
                <a:pos x="184" y="400"/>
              </a:cxn>
              <a:cxn ang="0">
                <a:pos x="0" y="208"/>
              </a:cxn>
            </a:cxnLst>
            <a:rect l="0" t="0" r="r" b="b"/>
            <a:pathLst>
              <a:path w="3841" h="400">
                <a:moveTo>
                  <a:pt x="0" y="208"/>
                </a:moveTo>
                <a:lnTo>
                  <a:pt x="0" y="0"/>
                </a:lnTo>
                <a:lnTo>
                  <a:pt x="3841" y="0"/>
                </a:lnTo>
                <a:lnTo>
                  <a:pt x="3841" y="400"/>
                </a:lnTo>
                <a:lnTo>
                  <a:pt x="184" y="400"/>
                </a:lnTo>
                <a:lnTo>
                  <a:pt x="0" y="208"/>
                </a:lnTo>
                <a:close/>
              </a:path>
            </a:pathLst>
          </a:custGeom>
          <a:solidFill>
            <a:schemeClr val="accent3"/>
          </a:solidFill>
          <a:ln w="12700">
            <a:noFill/>
            <a:prstDash val="solid"/>
            <a:round/>
            <a:headEnd/>
            <a:tailEnd/>
          </a:ln>
        </p:spPr>
        <p:txBody>
          <a:bodyPr/>
          <a:lstStyle/>
          <a:p>
            <a:pPr fontAlgn="auto">
              <a:spcBef>
                <a:spcPts val="0"/>
              </a:spcBef>
              <a:spcAft>
                <a:spcPts val="0"/>
              </a:spcAft>
              <a:defRPr/>
            </a:pPr>
            <a:endParaRPr lang="en-US">
              <a:latin typeface="+mn-lt"/>
            </a:endParaRPr>
          </a:p>
        </p:txBody>
      </p:sp>
      <p:sp>
        <p:nvSpPr>
          <p:cNvPr id="4" name="Rectangle 6"/>
          <p:cNvSpPr>
            <a:spLocks noChangeArrowheads="1"/>
          </p:cNvSpPr>
          <p:nvPr/>
        </p:nvSpPr>
        <p:spPr bwMode="auto">
          <a:xfrm>
            <a:off x="-1588" y="5924550"/>
            <a:ext cx="9144001" cy="933450"/>
          </a:xfrm>
          <a:prstGeom prst="rect">
            <a:avLst/>
          </a:prstGeom>
          <a:solidFill>
            <a:srgbClr val="FFFFFF">
              <a:alpha val="85097"/>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5" name="Picture 5" descr="02-UTI_Basisvormen_powerpoint_03.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6" name="Title 1"/>
          <p:cNvSpPr>
            <a:spLocks noGrp="1"/>
          </p:cNvSpPr>
          <p:nvPr>
            <p:ph type="title"/>
          </p:nvPr>
        </p:nvSpPr>
        <p:spPr>
          <a:xfrm>
            <a:off x="457200" y="-1842"/>
            <a:ext cx="8229600" cy="952242"/>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6" name="Date Placeholder 3"/>
          <p:cNvSpPr>
            <a:spLocks noGrp="1"/>
          </p:cNvSpPr>
          <p:nvPr>
            <p:ph type="dt" sz="half" idx="10"/>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
        <p:nvSpPr>
          <p:cNvPr id="7" name="Footer Placeholder 4"/>
          <p:cNvSpPr>
            <a:spLocks noGrp="1"/>
          </p:cNvSpPr>
          <p:nvPr>
            <p:ph type="ftr" sz="quarter" idx="11"/>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Slide Number Placeholder 5"/>
          <p:cNvSpPr>
            <a:spLocks noGrp="1"/>
          </p:cNvSpPr>
          <p:nvPr>
            <p:ph type="sldNum" sz="quarter" idx="12"/>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5BED8636-0540-4DA7-98F3-E0D4033A6773}" type="slidenum">
              <a:rPr lang="en-GB"/>
              <a:pPr>
                <a:defRPr/>
              </a:pPr>
              <a:t>‹#›</a:t>
            </a:fld>
            <a:endParaRPr lang="en-GB"/>
          </a:p>
        </p:txBody>
      </p:sp>
    </p:spTree>
    <p:extLst>
      <p:ext uri="{BB962C8B-B14F-4D97-AF65-F5344CB8AC3E}">
        <p14:creationId xmlns:p14="http://schemas.microsoft.com/office/powerpoint/2010/main" val="26085689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4_fotoslide lichtblauw">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Freeform 2"/>
          <p:cNvSpPr>
            <a:spLocks/>
          </p:cNvSpPr>
          <p:nvPr/>
        </p:nvSpPr>
        <p:spPr bwMode="auto">
          <a:xfrm>
            <a:off x="0" y="0"/>
            <a:ext cx="9144000" cy="950913"/>
          </a:xfrm>
          <a:custGeom>
            <a:avLst/>
            <a:gdLst/>
            <a:ahLst/>
            <a:cxnLst>
              <a:cxn ang="0">
                <a:pos x="0" y="208"/>
              </a:cxn>
              <a:cxn ang="0">
                <a:pos x="0" y="0"/>
              </a:cxn>
              <a:cxn ang="0">
                <a:pos x="3841" y="0"/>
              </a:cxn>
              <a:cxn ang="0">
                <a:pos x="3841" y="400"/>
              </a:cxn>
              <a:cxn ang="0">
                <a:pos x="184" y="400"/>
              </a:cxn>
              <a:cxn ang="0">
                <a:pos x="0" y="208"/>
              </a:cxn>
            </a:cxnLst>
            <a:rect l="0" t="0" r="r" b="b"/>
            <a:pathLst>
              <a:path w="3841" h="400">
                <a:moveTo>
                  <a:pt x="0" y="208"/>
                </a:moveTo>
                <a:lnTo>
                  <a:pt x="0" y="0"/>
                </a:lnTo>
                <a:lnTo>
                  <a:pt x="3841" y="0"/>
                </a:lnTo>
                <a:lnTo>
                  <a:pt x="3841" y="400"/>
                </a:lnTo>
                <a:lnTo>
                  <a:pt x="184" y="400"/>
                </a:lnTo>
                <a:lnTo>
                  <a:pt x="0" y="208"/>
                </a:lnTo>
                <a:close/>
              </a:path>
            </a:pathLst>
          </a:custGeom>
          <a:solidFill>
            <a:schemeClr val="accent4"/>
          </a:solidFill>
          <a:ln w="12700">
            <a:noFill/>
            <a:prstDash val="solid"/>
            <a:round/>
            <a:headEnd/>
            <a:tailEnd/>
          </a:ln>
        </p:spPr>
        <p:txBody>
          <a:bodyPr/>
          <a:lstStyle/>
          <a:p>
            <a:pPr fontAlgn="auto">
              <a:spcBef>
                <a:spcPts val="0"/>
              </a:spcBef>
              <a:spcAft>
                <a:spcPts val="0"/>
              </a:spcAft>
              <a:defRPr/>
            </a:pPr>
            <a:endParaRPr lang="en-US">
              <a:latin typeface="+mn-lt"/>
            </a:endParaRPr>
          </a:p>
        </p:txBody>
      </p:sp>
      <p:sp>
        <p:nvSpPr>
          <p:cNvPr id="4" name="Rectangle 6"/>
          <p:cNvSpPr>
            <a:spLocks noChangeArrowheads="1"/>
          </p:cNvSpPr>
          <p:nvPr/>
        </p:nvSpPr>
        <p:spPr bwMode="auto">
          <a:xfrm>
            <a:off x="-1588" y="5924550"/>
            <a:ext cx="9144001" cy="933450"/>
          </a:xfrm>
          <a:prstGeom prst="rect">
            <a:avLst/>
          </a:prstGeom>
          <a:solidFill>
            <a:srgbClr val="FFFFFF">
              <a:alpha val="85097"/>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5" name="Picture 5" descr="02-UTI_Basisvormen_powerpoint_03.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6" name="Title 1"/>
          <p:cNvSpPr>
            <a:spLocks noGrp="1"/>
          </p:cNvSpPr>
          <p:nvPr>
            <p:ph type="title"/>
          </p:nvPr>
        </p:nvSpPr>
        <p:spPr>
          <a:xfrm>
            <a:off x="457200" y="-1842"/>
            <a:ext cx="8229600" cy="952242"/>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6" name="Date Placeholder 3"/>
          <p:cNvSpPr>
            <a:spLocks noGrp="1"/>
          </p:cNvSpPr>
          <p:nvPr>
            <p:ph type="dt" sz="half" idx="10"/>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
        <p:nvSpPr>
          <p:cNvPr id="7" name="Footer Placeholder 4"/>
          <p:cNvSpPr>
            <a:spLocks noGrp="1"/>
          </p:cNvSpPr>
          <p:nvPr>
            <p:ph type="ftr" sz="quarter" idx="11"/>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Slide Number Placeholder 5"/>
          <p:cNvSpPr>
            <a:spLocks noGrp="1"/>
          </p:cNvSpPr>
          <p:nvPr>
            <p:ph type="sldNum" sz="quarter" idx="12"/>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12834961-A890-4D54-93CA-44DE950A11F9}" type="slidenum">
              <a:rPr lang="en-GB"/>
              <a:pPr>
                <a:defRPr/>
              </a:pPr>
              <a:t>‹#›</a:t>
            </a:fld>
            <a:endParaRPr lang="en-GB"/>
          </a:p>
        </p:txBody>
      </p:sp>
    </p:spTree>
    <p:extLst>
      <p:ext uri="{BB962C8B-B14F-4D97-AF65-F5344CB8AC3E}">
        <p14:creationId xmlns:p14="http://schemas.microsoft.com/office/powerpoint/2010/main" val="6211133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fotoslide lichtbrons">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Freeform 2"/>
          <p:cNvSpPr>
            <a:spLocks/>
          </p:cNvSpPr>
          <p:nvPr/>
        </p:nvSpPr>
        <p:spPr bwMode="auto">
          <a:xfrm>
            <a:off x="0" y="0"/>
            <a:ext cx="9144000" cy="950913"/>
          </a:xfrm>
          <a:custGeom>
            <a:avLst/>
            <a:gdLst/>
            <a:ahLst/>
            <a:cxnLst>
              <a:cxn ang="0">
                <a:pos x="0" y="208"/>
              </a:cxn>
              <a:cxn ang="0">
                <a:pos x="0" y="0"/>
              </a:cxn>
              <a:cxn ang="0">
                <a:pos x="3841" y="0"/>
              </a:cxn>
              <a:cxn ang="0">
                <a:pos x="3841" y="400"/>
              </a:cxn>
              <a:cxn ang="0">
                <a:pos x="184" y="400"/>
              </a:cxn>
              <a:cxn ang="0">
                <a:pos x="0" y="208"/>
              </a:cxn>
            </a:cxnLst>
            <a:rect l="0" t="0" r="r" b="b"/>
            <a:pathLst>
              <a:path w="3841" h="400">
                <a:moveTo>
                  <a:pt x="0" y="208"/>
                </a:moveTo>
                <a:lnTo>
                  <a:pt x="0" y="0"/>
                </a:lnTo>
                <a:lnTo>
                  <a:pt x="3841" y="0"/>
                </a:lnTo>
                <a:lnTo>
                  <a:pt x="3841" y="400"/>
                </a:lnTo>
                <a:lnTo>
                  <a:pt x="184" y="400"/>
                </a:lnTo>
                <a:lnTo>
                  <a:pt x="0" y="208"/>
                </a:lnTo>
                <a:close/>
              </a:path>
            </a:pathLst>
          </a:custGeom>
          <a:solidFill>
            <a:schemeClr val="accent5"/>
          </a:solidFill>
          <a:ln w="12700">
            <a:noFill/>
            <a:prstDash val="solid"/>
            <a:round/>
            <a:headEnd/>
            <a:tailEnd/>
          </a:ln>
        </p:spPr>
        <p:txBody>
          <a:bodyPr/>
          <a:lstStyle/>
          <a:p>
            <a:pPr fontAlgn="auto">
              <a:spcBef>
                <a:spcPts val="0"/>
              </a:spcBef>
              <a:spcAft>
                <a:spcPts val="0"/>
              </a:spcAft>
              <a:defRPr/>
            </a:pPr>
            <a:endParaRPr lang="en-US">
              <a:latin typeface="+mn-lt"/>
            </a:endParaRPr>
          </a:p>
        </p:txBody>
      </p:sp>
      <p:sp>
        <p:nvSpPr>
          <p:cNvPr id="4" name="Rectangle 6"/>
          <p:cNvSpPr>
            <a:spLocks noChangeArrowheads="1"/>
          </p:cNvSpPr>
          <p:nvPr/>
        </p:nvSpPr>
        <p:spPr bwMode="auto">
          <a:xfrm>
            <a:off x="-1588" y="5924550"/>
            <a:ext cx="9144001" cy="933450"/>
          </a:xfrm>
          <a:prstGeom prst="rect">
            <a:avLst/>
          </a:prstGeom>
          <a:solidFill>
            <a:srgbClr val="FFFFFF">
              <a:alpha val="85097"/>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5" name="Picture 5" descr="02-UTI_Basisvormen_powerpoint_03.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6" name="Title 1"/>
          <p:cNvSpPr>
            <a:spLocks noGrp="1"/>
          </p:cNvSpPr>
          <p:nvPr>
            <p:ph type="title"/>
          </p:nvPr>
        </p:nvSpPr>
        <p:spPr>
          <a:xfrm>
            <a:off x="457200" y="-1842"/>
            <a:ext cx="8229600" cy="952242"/>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6" name="Date Placeholder 3"/>
          <p:cNvSpPr>
            <a:spLocks noGrp="1"/>
          </p:cNvSpPr>
          <p:nvPr>
            <p:ph type="dt" sz="half" idx="10"/>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
        <p:nvSpPr>
          <p:cNvPr id="7" name="Footer Placeholder 4"/>
          <p:cNvSpPr>
            <a:spLocks noGrp="1"/>
          </p:cNvSpPr>
          <p:nvPr>
            <p:ph type="ftr" sz="quarter" idx="11"/>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Slide Number Placeholder 5"/>
          <p:cNvSpPr>
            <a:spLocks noGrp="1"/>
          </p:cNvSpPr>
          <p:nvPr>
            <p:ph type="sldNum" sz="quarter" idx="12"/>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99070433-29D8-4DB8-9593-A0848897AA3A}" type="slidenum">
              <a:rPr lang="en-GB"/>
              <a:pPr>
                <a:defRPr/>
              </a:pPr>
              <a:t>‹#›</a:t>
            </a:fld>
            <a:endParaRPr lang="en-GB"/>
          </a:p>
        </p:txBody>
      </p:sp>
    </p:spTree>
    <p:extLst>
      <p:ext uri="{BB962C8B-B14F-4D97-AF65-F5344CB8AC3E}">
        <p14:creationId xmlns:p14="http://schemas.microsoft.com/office/powerpoint/2010/main" val="12639152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fotoslide lichtgroe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Freeform 2"/>
          <p:cNvSpPr>
            <a:spLocks/>
          </p:cNvSpPr>
          <p:nvPr/>
        </p:nvSpPr>
        <p:spPr bwMode="auto">
          <a:xfrm>
            <a:off x="0" y="0"/>
            <a:ext cx="9144000" cy="950913"/>
          </a:xfrm>
          <a:custGeom>
            <a:avLst/>
            <a:gdLst/>
            <a:ahLst/>
            <a:cxnLst>
              <a:cxn ang="0">
                <a:pos x="0" y="208"/>
              </a:cxn>
              <a:cxn ang="0">
                <a:pos x="0" y="0"/>
              </a:cxn>
              <a:cxn ang="0">
                <a:pos x="3841" y="0"/>
              </a:cxn>
              <a:cxn ang="0">
                <a:pos x="3841" y="400"/>
              </a:cxn>
              <a:cxn ang="0">
                <a:pos x="184" y="400"/>
              </a:cxn>
              <a:cxn ang="0">
                <a:pos x="0" y="208"/>
              </a:cxn>
            </a:cxnLst>
            <a:rect l="0" t="0" r="r" b="b"/>
            <a:pathLst>
              <a:path w="3841" h="400">
                <a:moveTo>
                  <a:pt x="0" y="208"/>
                </a:moveTo>
                <a:lnTo>
                  <a:pt x="0" y="0"/>
                </a:lnTo>
                <a:lnTo>
                  <a:pt x="3841" y="0"/>
                </a:lnTo>
                <a:lnTo>
                  <a:pt x="3841" y="400"/>
                </a:lnTo>
                <a:lnTo>
                  <a:pt x="184" y="400"/>
                </a:lnTo>
                <a:lnTo>
                  <a:pt x="0" y="208"/>
                </a:lnTo>
                <a:close/>
              </a:path>
            </a:pathLst>
          </a:custGeom>
          <a:solidFill>
            <a:schemeClr val="accent6"/>
          </a:solidFill>
          <a:ln w="12700">
            <a:noFill/>
            <a:prstDash val="solid"/>
            <a:round/>
            <a:headEnd/>
            <a:tailEnd/>
          </a:ln>
        </p:spPr>
        <p:txBody>
          <a:bodyPr/>
          <a:lstStyle/>
          <a:p>
            <a:pPr fontAlgn="auto">
              <a:spcBef>
                <a:spcPts val="0"/>
              </a:spcBef>
              <a:spcAft>
                <a:spcPts val="0"/>
              </a:spcAft>
              <a:defRPr/>
            </a:pPr>
            <a:endParaRPr lang="en-US">
              <a:latin typeface="+mn-lt"/>
            </a:endParaRPr>
          </a:p>
        </p:txBody>
      </p:sp>
      <p:sp>
        <p:nvSpPr>
          <p:cNvPr id="4" name="Rectangle 6"/>
          <p:cNvSpPr>
            <a:spLocks noChangeArrowheads="1"/>
          </p:cNvSpPr>
          <p:nvPr/>
        </p:nvSpPr>
        <p:spPr bwMode="auto">
          <a:xfrm>
            <a:off x="-1588" y="5924550"/>
            <a:ext cx="9144001" cy="933450"/>
          </a:xfrm>
          <a:prstGeom prst="rect">
            <a:avLst/>
          </a:prstGeom>
          <a:solidFill>
            <a:srgbClr val="FFFFFF">
              <a:alpha val="85097"/>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5" name="Picture 5" descr="02-UTI_Basisvormen_powerpoint_03.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6" name="Title 1"/>
          <p:cNvSpPr>
            <a:spLocks noGrp="1"/>
          </p:cNvSpPr>
          <p:nvPr>
            <p:ph type="title"/>
          </p:nvPr>
        </p:nvSpPr>
        <p:spPr>
          <a:xfrm>
            <a:off x="457200" y="-1842"/>
            <a:ext cx="8229600" cy="952242"/>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6" name="Date Placeholder 3"/>
          <p:cNvSpPr>
            <a:spLocks noGrp="1"/>
          </p:cNvSpPr>
          <p:nvPr>
            <p:ph type="dt" sz="half" idx="10"/>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
        <p:nvSpPr>
          <p:cNvPr id="7" name="Footer Placeholder 4"/>
          <p:cNvSpPr>
            <a:spLocks noGrp="1"/>
          </p:cNvSpPr>
          <p:nvPr>
            <p:ph type="ftr" sz="quarter" idx="11"/>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Slide Number Placeholder 5"/>
          <p:cNvSpPr>
            <a:spLocks noGrp="1"/>
          </p:cNvSpPr>
          <p:nvPr>
            <p:ph type="sldNum" sz="quarter" idx="12"/>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3A7EA557-AB8D-4FAD-8347-5CB929C525B9}" type="slidenum">
              <a:rPr lang="en-GB"/>
              <a:pPr>
                <a:defRPr/>
              </a:pPr>
              <a:t>‹#›</a:t>
            </a:fld>
            <a:endParaRPr lang="en-GB"/>
          </a:p>
        </p:txBody>
      </p:sp>
    </p:spTree>
    <p:extLst>
      <p:ext uri="{BB962C8B-B14F-4D97-AF65-F5344CB8AC3E}">
        <p14:creationId xmlns:p14="http://schemas.microsoft.com/office/powerpoint/2010/main" val="36510176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Hoofdstukslide brons">
    <p:bg>
      <p:bgPr>
        <a:solidFill>
          <a:schemeClr val="accent1"/>
        </a:solidFill>
        <a:effectLst/>
      </p:bgPr>
    </p:bg>
    <p:spTree>
      <p:nvGrpSpPr>
        <p:cNvPr id="1" name=""/>
        <p:cNvGrpSpPr/>
        <p:nvPr/>
      </p:nvGrpSpPr>
      <p:grpSpPr>
        <a:xfrm>
          <a:off x="0" y="0"/>
          <a:ext cx="0" cy="0"/>
          <a:chOff x="0" y="0"/>
          <a:chExt cx="0" cy="0"/>
        </a:xfrm>
      </p:grpSpPr>
      <p:sp>
        <p:nvSpPr>
          <p:cNvPr id="3" name="Freeform 7"/>
          <p:cNvSpPr>
            <a:spLocks/>
          </p:cNvSpPr>
          <p:nvPr/>
        </p:nvSpPr>
        <p:spPr bwMode="auto">
          <a:xfrm>
            <a:off x="4022725" y="1476375"/>
            <a:ext cx="5145088" cy="1695450"/>
          </a:xfrm>
          <a:custGeom>
            <a:avLst/>
            <a:gdLst>
              <a:gd name="T0" fmla="*/ 2147483647 w 2161"/>
              <a:gd name="T1" fmla="*/ 2147483647 h 712"/>
              <a:gd name="T2" fmla="*/ 2147483647 w 2161"/>
              <a:gd name="T3" fmla="*/ 2147483647 h 712"/>
              <a:gd name="T4" fmla="*/ 0 w 2161"/>
              <a:gd name="T5" fmla="*/ 2147483647 h 712"/>
              <a:gd name="T6" fmla="*/ 0 w 2161"/>
              <a:gd name="T7" fmla="*/ 0 h 712"/>
              <a:gd name="T8" fmla="*/ 2147483647 w 2161"/>
              <a:gd name="T9" fmla="*/ 0 h 712"/>
              <a:gd name="T10" fmla="*/ 2147483647 w 2161"/>
              <a:gd name="T11" fmla="*/ 2147483647 h 7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1" h="712">
                <a:moveTo>
                  <a:pt x="2161" y="712"/>
                </a:moveTo>
                <a:lnTo>
                  <a:pt x="329" y="712"/>
                </a:lnTo>
                <a:lnTo>
                  <a:pt x="0" y="392"/>
                </a:lnTo>
                <a:lnTo>
                  <a:pt x="0" y="0"/>
                </a:lnTo>
                <a:lnTo>
                  <a:pt x="2161" y="0"/>
                </a:lnTo>
                <a:lnTo>
                  <a:pt x="2161" y="712"/>
                </a:lnTo>
                <a:close/>
              </a:path>
            </a:pathLst>
          </a:custGeom>
          <a:solidFill>
            <a:schemeClr val="bg1"/>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sp>
        <p:nvSpPr>
          <p:cNvPr id="4" name="Rectangle 6"/>
          <p:cNvSpPr>
            <a:spLocks noChangeArrowheads="1"/>
          </p:cNvSpPr>
          <p:nvPr/>
        </p:nvSpPr>
        <p:spPr bwMode="auto">
          <a:xfrm>
            <a:off x="-1588" y="5924550"/>
            <a:ext cx="9144001" cy="933450"/>
          </a:xfrm>
          <a:prstGeom prst="rect">
            <a:avLst/>
          </a:prstGeom>
          <a:solidFill>
            <a:srgbClr val="FFFFFF">
              <a:alpha val="94901"/>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5" name="Picture 5" descr="02-UTI_Basisvormen_powerpoint_0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0" name="Text Placeholder 18"/>
          <p:cNvSpPr>
            <a:spLocks noGrp="1"/>
          </p:cNvSpPr>
          <p:nvPr>
            <p:ph type="body" sz="quarter" idx="13"/>
          </p:nvPr>
        </p:nvSpPr>
        <p:spPr>
          <a:xfrm>
            <a:off x="4722602" y="1963618"/>
            <a:ext cx="4386263" cy="1208134"/>
          </a:xfrm>
        </p:spPr>
        <p:txBody>
          <a:bodyPr>
            <a:normAutofit/>
          </a:bodyPr>
          <a:lstStyle>
            <a:lvl1pPr>
              <a:buFontTx/>
              <a:buNone/>
              <a:defRPr sz="3200">
                <a:solidFill>
                  <a:srgbClr val="003366"/>
                </a:solidFill>
                <a:latin typeface="ScalaSans"/>
                <a:cs typeface="ScalaSans"/>
              </a:defRPr>
            </a:lvl1pPr>
          </a:lstStyle>
          <a:p>
            <a:pPr lvl="0"/>
            <a:r>
              <a:rPr lang="en-US"/>
              <a:t>Click to edit Master text styles</a:t>
            </a:r>
          </a:p>
        </p:txBody>
      </p:sp>
      <p:sp>
        <p:nvSpPr>
          <p:cNvPr id="6" name="Slide Number Placeholder 5"/>
          <p:cNvSpPr>
            <a:spLocks noGrp="1"/>
          </p:cNvSpPr>
          <p:nvPr>
            <p:ph type="sldNum" sz="quarter" idx="14"/>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1970145B-8FBF-442C-BE19-0C4F38E80F92}" type="slidenum">
              <a:rPr lang="en-GB"/>
              <a:pPr>
                <a:defRPr/>
              </a:pPr>
              <a:t>‹#›</a:t>
            </a:fld>
            <a:endParaRPr lang="en-GB"/>
          </a:p>
        </p:txBody>
      </p:sp>
      <p:sp>
        <p:nvSpPr>
          <p:cNvPr id="7" name="Footer Placeholder 4"/>
          <p:cNvSpPr>
            <a:spLocks noGrp="1"/>
          </p:cNvSpPr>
          <p:nvPr>
            <p:ph type="ftr" sz="quarter" idx="15"/>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Date Placeholder 3"/>
          <p:cNvSpPr>
            <a:spLocks noGrp="1"/>
          </p:cNvSpPr>
          <p:nvPr>
            <p:ph type="dt" sz="half" idx="16"/>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Tree>
    <p:extLst>
      <p:ext uri="{BB962C8B-B14F-4D97-AF65-F5344CB8AC3E}">
        <p14:creationId xmlns:p14="http://schemas.microsoft.com/office/powerpoint/2010/main" val="2175670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Hoofdstukslide blauw">
    <p:bg>
      <p:bgPr>
        <a:solidFill>
          <a:schemeClr val="tx2"/>
        </a:solidFill>
        <a:effectLst/>
      </p:bgPr>
    </p:bg>
    <p:spTree>
      <p:nvGrpSpPr>
        <p:cNvPr id="1" name=""/>
        <p:cNvGrpSpPr/>
        <p:nvPr/>
      </p:nvGrpSpPr>
      <p:grpSpPr>
        <a:xfrm>
          <a:off x="0" y="0"/>
          <a:ext cx="0" cy="0"/>
          <a:chOff x="0" y="0"/>
          <a:chExt cx="0" cy="0"/>
        </a:xfrm>
      </p:grpSpPr>
      <p:sp>
        <p:nvSpPr>
          <p:cNvPr id="3" name="Freeform 7"/>
          <p:cNvSpPr>
            <a:spLocks/>
          </p:cNvSpPr>
          <p:nvPr/>
        </p:nvSpPr>
        <p:spPr bwMode="auto">
          <a:xfrm>
            <a:off x="4022725" y="1476375"/>
            <a:ext cx="5145088" cy="1695450"/>
          </a:xfrm>
          <a:custGeom>
            <a:avLst/>
            <a:gdLst>
              <a:gd name="T0" fmla="*/ 2147483647 w 2161"/>
              <a:gd name="T1" fmla="*/ 2147483647 h 712"/>
              <a:gd name="T2" fmla="*/ 2147483647 w 2161"/>
              <a:gd name="T3" fmla="*/ 2147483647 h 712"/>
              <a:gd name="T4" fmla="*/ 0 w 2161"/>
              <a:gd name="T5" fmla="*/ 2147483647 h 712"/>
              <a:gd name="T6" fmla="*/ 0 w 2161"/>
              <a:gd name="T7" fmla="*/ 0 h 712"/>
              <a:gd name="T8" fmla="*/ 2147483647 w 2161"/>
              <a:gd name="T9" fmla="*/ 0 h 712"/>
              <a:gd name="T10" fmla="*/ 2147483647 w 2161"/>
              <a:gd name="T11" fmla="*/ 2147483647 h 7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1" h="712">
                <a:moveTo>
                  <a:pt x="2161" y="712"/>
                </a:moveTo>
                <a:lnTo>
                  <a:pt x="329" y="712"/>
                </a:lnTo>
                <a:lnTo>
                  <a:pt x="0" y="392"/>
                </a:lnTo>
                <a:lnTo>
                  <a:pt x="0" y="0"/>
                </a:lnTo>
                <a:lnTo>
                  <a:pt x="2161" y="0"/>
                </a:lnTo>
                <a:lnTo>
                  <a:pt x="2161" y="712"/>
                </a:lnTo>
                <a:close/>
              </a:path>
            </a:pathLst>
          </a:custGeom>
          <a:solidFill>
            <a:schemeClr val="bg1"/>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sp>
        <p:nvSpPr>
          <p:cNvPr id="4" name="Rectangle 6"/>
          <p:cNvSpPr>
            <a:spLocks noChangeArrowheads="1"/>
          </p:cNvSpPr>
          <p:nvPr/>
        </p:nvSpPr>
        <p:spPr bwMode="auto">
          <a:xfrm>
            <a:off x="-1588" y="5924550"/>
            <a:ext cx="9144001" cy="933450"/>
          </a:xfrm>
          <a:prstGeom prst="rect">
            <a:avLst/>
          </a:prstGeom>
          <a:solidFill>
            <a:srgbClr val="FFFFFF">
              <a:alpha val="94901"/>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5" name="Picture 5" descr="02-UTI_Basisvormen_powerpoint_0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0" name="Text Placeholder 18"/>
          <p:cNvSpPr>
            <a:spLocks noGrp="1"/>
          </p:cNvSpPr>
          <p:nvPr>
            <p:ph type="body" sz="quarter" idx="13"/>
          </p:nvPr>
        </p:nvSpPr>
        <p:spPr>
          <a:xfrm>
            <a:off x="4722602" y="1963618"/>
            <a:ext cx="4386263" cy="1208134"/>
          </a:xfrm>
        </p:spPr>
        <p:txBody>
          <a:bodyPr>
            <a:normAutofit/>
          </a:bodyPr>
          <a:lstStyle>
            <a:lvl1pPr>
              <a:buFontTx/>
              <a:buNone/>
              <a:defRPr sz="3200">
                <a:solidFill>
                  <a:srgbClr val="003366"/>
                </a:solidFill>
                <a:latin typeface="ScalaSans"/>
                <a:cs typeface="ScalaSans"/>
              </a:defRPr>
            </a:lvl1pPr>
          </a:lstStyle>
          <a:p>
            <a:pPr lvl="0"/>
            <a:r>
              <a:rPr lang="en-US"/>
              <a:t>Click to edit Master text styles</a:t>
            </a:r>
          </a:p>
        </p:txBody>
      </p:sp>
      <p:sp>
        <p:nvSpPr>
          <p:cNvPr id="6" name="Slide Number Placeholder 5"/>
          <p:cNvSpPr>
            <a:spLocks noGrp="1"/>
          </p:cNvSpPr>
          <p:nvPr>
            <p:ph type="sldNum" sz="quarter" idx="14"/>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C5020B8F-5E19-40F3-8780-1CC57DB32D0A}" type="slidenum">
              <a:rPr lang="en-GB"/>
              <a:pPr>
                <a:defRPr/>
              </a:pPr>
              <a:t>‹#›</a:t>
            </a:fld>
            <a:endParaRPr lang="en-GB"/>
          </a:p>
        </p:txBody>
      </p:sp>
      <p:sp>
        <p:nvSpPr>
          <p:cNvPr id="7" name="Footer Placeholder 4"/>
          <p:cNvSpPr>
            <a:spLocks noGrp="1"/>
          </p:cNvSpPr>
          <p:nvPr>
            <p:ph type="ftr" sz="quarter" idx="15"/>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Date Placeholder 3"/>
          <p:cNvSpPr>
            <a:spLocks noGrp="1"/>
          </p:cNvSpPr>
          <p:nvPr>
            <p:ph type="dt" sz="half" idx="16"/>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Tree>
    <p:extLst>
      <p:ext uri="{BB962C8B-B14F-4D97-AF65-F5344CB8AC3E}">
        <p14:creationId xmlns:p14="http://schemas.microsoft.com/office/powerpoint/2010/main" val="17534959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Hoofdstukslide grijs">
    <p:bg>
      <p:bgPr>
        <a:solidFill>
          <a:srgbClr val="C3BCB2"/>
        </a:solidFill>
        <a:effectLst/>
      </p:bgPr>
    </p:bg>
    <p:spTree>
      <p:nvGrpSpPr>
        <p:cNvPr id="1" name=""/>
        <p:cNvGrpSpPr/>
        <p:nvPr/>
      </p:nvGrpSpPr>
      <p:grpSpPr>
        <a:xfrm>
          <a:off x="0" y="0"/>
          <a:ext cx="0" cy="0"/>
          <a:chOff x="0" y="0"/>
          <a:chExt cx="0" cy="0"/>
        </a:xfrm>
      </p:grpSpPr>
      <p:sp>
        <p:nvSpPr>
          <p:cNvPr id="3" name="Freeform 7"/>
          <p:cNvSpPr>
            <a:spLocks/>
          </p:cNvSpPr>
          <p:nvPr/>
        </p:nvSpPr>
        <p:spPr bwMode="auto">
          <a:xfrm>
            <a:off x="4022725" y="1476375"/>
            <a:ext cx="5145088" cy="1695450"/>
          </a:xfrm>
          <a:custGeom>
            <a:avLst/>
            <a:gdLst>
              <a:gd name="T0" fmla="*/ 2147483647 w 2161"/>
              <a:gd name="T1" fmla="*/ 2147483647 h 712"/>
              <a:gd name="T2" fmla="*/ 2147483647 w 2161"/>
              <a:gd name="T3" fmla="*/ 2147483647 h 712"/>
              <a:gd name="T4" fmla="*/ 0 w 2161"/>
              <a:gd name="T5" fmla="*/ 2147483647 h 712"/>
              <a:gd name="T6" fmla="*/ 0 w 2161"/>
              <a:gd name="T7" fmla="*/ 0 h 712"/>
              <a:gd name="T8" fmla="*/ 2147483647 w 2161"/>
              <a:gd name="T9" fmla="*/ 0 h 712"/>
              <a:gd name="T10" fmla="*/ 2147483647 w 2161"/>
              <a:gd name="T11" fmla="*/ 2147483647 h 7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1" h="712">
                <a:moveTo>
                  <a:pt x="2161" y="712"/>
                </a:moveTo>
                <a:lnTo>
                  <a:pt x="329" y="712"/>
                </a:lnTo>
                <a:lnTo>
                  <a:pt x="0" y="392"/>
                </a:lnTo>
                <a:lnTo>
                  <a:pt x="0" y="0"/>
                </a:lnTo>
                <a:lnTo>
                  <a:pt x="2161" y="0"/>
                </a:lnTo>
                <a:lnTo>
                  <a:pt x="2161" y="712"/>
                </a:lnTo>
                <a:close/>
              </a:path>
            </a:pathLst>
          </a:custGeom>
          <a:solidFill>
            <a:schemeClr val="bg1"/>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sp>
        <p:nvSpPr>
          <p:cNvPr id="4" name="Rectangle 6"/>
          <p:cNvSpPr>
            <a:spLocks noChangeArrowheads="1"/>
          </p:cNvSpPr>
          <p:nvPr/>
        </p:nvSpPr>
        <p:spPr bwMode="auto">
          <a:xfrm>
            <a:off x="-1588" y="5924550"/>
            <a:ext cx="9144001" cy="933450"/>
          </a:xfrm>
          <a:prstGeom prst="rect">
            <a:avLst/>
          </a:prstGeom>
          <a:solidFill>
            <a:srgbClr val="FFFFFF">
              <a:alpha val="94901"/>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5" name="Picture 5" descr="02-UTI_Basisvormen_powerpoint_0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0" name="Text Placeholder 18"/>
          <p:cNvSpPr>
            <a:spLocks noGrp="1"/>
          </p:cNvSpPr>
          <p:nvPr>
            <p:ph type="body" sz="quarter" idx="13"/>
          </p:nvPr>
        </p:nvSpPr>
        <p:spPr>
          <a:xfrm>
            <a:off x="4722602" y="1963618"/>
            <a:ext cx="4386263" cy="1208134"/>
          </a:xfrm>
        </p:spPr>
        <p:txBody>
          <a:bodyPr>
            <a:normAutofit/>
          </a:bodyPr>
          <a:lstStyle>
            <a:lvl1pPr>
              <a:buFontTx/>
              <a:buNone/>
              <a:defRPr sz="3200">
                <a:solidFill>
                  <a:srgbClr val="003366"/>
                </a:solidFill>
                <a:latin typeface="ScalaSans"/>
                <a:cs typeface="ScalaSans"/>
              </a:defRPr>
            </a:lvl1pPr>
          </a:lstStyle>
          <a:p>
            <a:pPr lvl="0"/>
            <a:r>
              <a:rPr lang="en-US"/>
              <a:t>Click to edit Master text styles</a:t>
            </a:r>
          </a:p>
        </p:txBody>
      </p:sp>
      <p:sp>
        <p:nvSpPr>
          <p:cNvPr id="6" name="Slide Number Placeholder 5"/>
          <p:cNvSpPr>
            <a:spLocks noGrp="1"/>
          </p:cNvSpPr>
          <p:nvPr>
            <p:ph type="sldNum" sz="quarter" idx="14"/>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835B0AE5-A900-4EE3-BDDA-5D4989F97661}" type="slidenum">
              <a:rPr lang="en-GB"/>
              <a:pPr>
                <a:defRPr/>
              </a:pPr>
              <a:t>‹#›</a:t>
            </a:fld>
            <a:endParaRPr lang="en-GB"/>
          </a:p>
        </p:txBody>
      </p:sp>
      <p:sp>
        <p:nvSpPr>
          <p:cNvPr id="7" name="Footer Placeholder 4"/>
          <p:cNvSpPr>
            <a:spLocks noGrp="1"/>
          </p:cNvSpPr>
          <p:nvPr>
            <p:ph type="ftr" sz="quarter" idx="15"/>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Date Placeholder 3"/>
          <p:cNvSpPr>
            <a:spLocks noGrp="1"/>
          </p:cNvSpPr>
          <p:nvPr>
            <p:ph type="dt" sz="half" idx="16"/>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Tree>
    <p:extLst>
      <p:ext uri="{BB962C8B-B14F-4D97-AF65-F5344CB8AC3E}">
        <p14:creationId xmlns:p14="http://schemas.microsoft.com/office/powerpoint/2010/main" val="31642838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Hoofdstukslide lichtblauw">
    <p:bg>
      <p:bgPr>
        <a:solidFill>
          <a:srgbClr val="008EC6"/>
        </a:solidFill>
        <a:effectLst/>
      </p:bgPr>
    </p:bg>
    <p:spTree>
      <p:nvGrpSpPr>
        <p:cNvPr id="1" name=""/>
        <p:cNvGrpSpPr/>
        <p:nvPr/>
      </p:nvGrpSpPr>
      <p:grpSpPr>
        <a:xfrm>
          <a:off x="0" y="0"/>
          <a:ext cx="0" cy="0"/>
          <a:chOff x="0" y="0"/>
          <a:chExt cx="0" cy="0"/>
        </a:xfrm>
      </p:grpSpPr>
      <p:sp>
        <p:nvSpPr>
          <p:cNvPr id="3" name="Freeform 7"/>
          <p:cNvSpPr>
            <a:spLocks/>
          </p:cNvSpPr>
          <p:nvPr/>
        </p:nvSpPr>
        <p:spPr bwMode="auto">
          <a:xfrm>
            <a:off x="4022725" y="1476375"/>
            <a:ext cx="5145088" cy="1695450"/>
          </a:xfrm>
          <a:custGeom>
            <a:avLst/>
            <a:gdLst>
              <a:gd name="T0" fmla="*/ 2147483647 w 2161"/>
              <a:gd name="T1" fmla="*/ 2147483647 h 712"/>
              <a:gd name="T2" fmla="*/ 2147483647 w 2161"/>
              <a:gd name="T3" fmla="*/ 2147483647 h 712"/>
              <a:gd name="T4" fmla="*/ 0 w 2161"/>
              <a:gd name="T5" fmla="*/ 2147483647 h 712"/>
              <a:gd name="T6" fmla="*/ 0 w 2161"/>
              <a:gd name="T7" fmla="*/ 0 h 712"/>
              <a:gd name="T8" fmla="*/ 2147483647 w 2161"/>
              <a:gd name="T9" fmla="*/ 0 h 712"/>
              <a:gd name="T10" fmla="*/ 2147483647 w 2161"/>
              <a:gd name="T11" fmla="*/ 2147483647 h 7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1" h="712">
                <a:moveTo>
                  <a:pt x="2161" y="712"/>
                </a:moveTo>
                <a:lnTo>
                  <a:pt x="329" y="712"/>
                </a:lnTo>
                <a:lnTo>
                  <a:pt x="0" y="392"/>
                </a:lnTo>
                <a:lnTo>
                  <a:pt x="0" y="0"/>
                </a:lnTo>
                <a:lnTo>
                  <a:pt x="2161" y="0"/>
                </a:lnTo>
                <a:lnTo>
                  <a:pt x="2161" y="712"/>
                </a:lnTo>
                <a:close/>
              </a:path>
            </a:pathLst>
          </a:custGeom>
          <a:solidFill>
            <a:schemeClr val="bg1"/>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sp>
        <p:nvSpPr>
          <p:cNvPr id="4" name="Rectangle 6"/>
          <p:cNvSpPr>
            <a:spLocks noChangeArrowheads="1"/>
          </p:cNvSpPr>
          <p:nvPr/>
        </p:nvSpPr>
        <p:spPr bwMode="auto">
          <a:xfrm>
            <a:off x="-1588" y="5924550"/>
            <a:ext cx="9144001" cy="933450"/>
          </a:xfrm>
          <a:prstGeom prst="rect">
            <a:avLst/>
          </a:prstGeom>
          <a:solidFill>
            <a:srgbClr val="FFFFFF">
              <a:alpha val="94901"/>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5" name="Picture 5" descr="02-UTI_Basisvormen_powerpoint_0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0" name="Text Placeholder 18"/>
          <p:cNvSpPr>
            <a:spLocks noGrp="1"/>
          </p:cNvSpPr>
          <p:nvPr>
            <p:ph type="body" sz="quarter" idx="13"/>
          </p:nvPr>
        </p:nvSpPr>
        <p:spPr>
          <a:xfrm>
            <a:off x="4722602" y="1963618"/>
            <a:ext cx="4386263" cy="1208134"/>
          </a:xfrm>
        </p:spPr>
        <p:txBody>
          <a:bodyPr>
            <a:normAutofit/>
          </a:bodyPr>
          <a:lstStyle>
            <a:lvl1pPr>
              <a:buFontTx/>
              <a:buNone/>
              <a:defRPr sz="3200">
                <a:solidFill>
                  <a:srgbClr val="003366"/>
                </a:solidFill>
                <a:latin typeface="ScalaSans"/>
                <a:cs typeface="ScalaSans"/>
              </a:defRPr>
            </a:lvl1pPr>
          </a:lstStyle>
          <a:p>
            <a:pPr lvl="0"/>
            <a:r>
              <a:rPr lang="en-US"/>
              <a:t>Click to edit Master text styles</a:t>
            </a:r>
          </a:p>
        </p:txBody>
      </p:sp>
      <p:sp>
        <p:nvSpPr>
          <p:cNvPr id="6" name="Slide Number Placeholder 5"/>
          <p:cNvSpPr>
            <a:spLocks noGrp="1"/>
          </p:cNvSpPr>
          <p:nvPr>
            <p:ph type="sldNum" sz="quarter" idx="14"/>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F583756B-D383-46AD-95E0-562BFC7531FC}" type="slidenum">
              <a:rPr lang="en-GB"/>
              <a:pPr>
                <a:defRPr/>
              </a:pPr>
              <a:t>‹#›</a:t>
            </a:fld>
            <a:endParaRPr lang="en-GB"/>
          </a:p>
        </p:txBody>
      </p:sp>
      <p:sp>
        <p:nvSpPr>
          <p:cNvPr id="7" name="Footer Placeholder 4"/>
          <p:cNvSpPr>
            <a:spLocks noGrp="1"/>
          </p:cNvSpPr>
          <p:nvPr>
            <p:ph type="ftr" sz="quarter" idx="15"/>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Date Placeholder 3"/>
          <p:cNvSpPr>
            <a:spLocks noGrp="1"/>
          </p:cNvSpPr>
          <p:nvPr>
            <p:ph type="dt" sz="half" idx="16"/>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Tree>
    <p:extLst>
      <p:ext uri="{BB962C8B-B14F-4D97-AF65-F5344CB8AC3E}">
        <p14:creationId xmlns:p14="http://schemas.microsoft.com/office/powerpoint/2010/main" val="3660223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Hoofdstukslide lichtbrons">
    <p:bg>
      <p:bgPr>
        <a:solidFill>
          <a:srgbClr val="D9BC74"/>
        </a:solidFill>
        <a:effectLst/>
      </p:bgPr>
    </p:bg>
    <p:spTree>
      <p:nvGrpSpPr>
        <p:cNvPr id="1" name=""/>
        <p:cNvGrpSpPr/>
        <p:nvPr/>
      </p:nvGrpSpPr>
      <p:grpSpPr>
        <a:xfrm>
          <a:off x="0" y="0"/>
          <a:ext cx="0" cy="0"/>
          <a:chOff x="0" y="0"/>
          <a:chExt cx="0" cy="0"/>
        </a:xfrm>
      </p:grpSpPr>
      <p:sp>
        <p:nvSpPr>
          <p:cNvPr id="3" name="Freeform 7"/>
          <p:cNvSpPr>
            <a:spLocks/>
          </p:cNvSpPr>
          <p:nvPr/>
        </p:nvSpPr>
        <p:spPr bwMode="auto">
          <a:xfrm>
            <a:off x="4022725" y="1476375"/>
            <a:ext cx="5145088" cy="1695450"/>
          </a:xfrm>
          <a:custGeom>
            <a:avLst/>
            <a:gdLst>
              <a:gd name="T0" fmla="*/ 2147483647 w 2161"/>
              <a:gd name="T1" fmla="*/ 2147483647 h 712"/>
              <a:gd name="T2" fmla="*/ 2147483647 w 2161"/>
              <a:gd name="T3" fmla="*/ 2147483647 h 712"/>
              <a:gd name="T4" fmla="*/ 0 w 2161"/>
              <a:gd name="T5" fmla="*/ 2147483647 h 712"/>
              <a:gd name="T6" fmla="*/ 0 w 2161"/>
              <a:gd name="T7" fmla="*/ 0 h 712"/>
              <a:gd name="T8" fmla="*/ 2147483647 w 2161"/>
              <a:gd name="T9" fmla="*/ 0 h 712"/>
              <a:gd name="T10" fmla="*/ 2147483647 w 2161"/>
              <a:gd name="T11" fmla="*/ 2147483647 h 7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1" h="712">
                <a:moveTo>
                  <a:pt x="2161" y="712"/>
                </a:moveTo>
                <a:lnTo>
                  <a:pt x="329" y="712"/>
                </a:lnTo>
                <a:lnTo>
                  <a:pt x="0" y="392"/>
                </a:lnTo>
                <a:lnTo>
                  <a:pt x="0" y="0"/>
                </a:lnTo>
                <a:lnTo>
                  <a:pt x="2161" y="0"/>
                </a:lnTo>
                <a:lnTo>
                  <a:pt x="2161" y="712"/>
                </a:lnTo>
                <a:close/>
              </a:path>
            </a:pathLst>
          </a:custGeom>
          <a:solidFill>
            <a:schemeClr val="bg1"/>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sp>
        <p:nvSpPr>
          <p:cNvPr id="4" name="Rectangle 6"/>
          <p:cNvSpPr>
            <a:spLocks noChangeArrowheads="1"/>
          </p:cNvSpPr>
          <p:nvPr/>
        </p:nvSpPr>
        <p:spPr bwMode="auto">
          <a:xfrm>
            <a:off x="-1588" y="5924550"/>
            <a:ext cx="9144001" cy="933450"/>
          </a:xfrm>
          <a:prstGeom prst="rect">
            <a:avLst/>
          </a:prstGeom>
          <a:solidFill>
            <a:srgbClr val="FFFFFF">
              <a:alpha val="94901"/>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5" name="Picture 5" descr="02-UTI_Basisvormen_powerpoint_0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0" name="Text Placeholder 18"/>
          <p:cNvSpPr>
            <a:spLocks noGrp="1"/>
          </p:cNvSpPr>
          <p:nvPr>
            <p:ph type="body" sz="quarter" idx="13"/>
          </p:nvPr>
        </p:nvSpPr>
        <p:spPr>
          <a:xfrm>
            <a:off x="4722602" y="1963618"/>
            <a:ext cx="4386263" cy="1208134"/>
          </a:xfrm>
        </p:spPr>
        <p:txBody>
          <a:bodyPr>
            <a:normAutofit/>
          </a:bodyPr>
          <a:lstStyle>
            <a:lvl1pPr>
              <a:buFontTx/>
              <a:buNone/>
              <a:defRPr sz="3200">
                <a:solidFill>
                  <a:srgbClr val="003366"/>
                </a:solidFill>
                <a:latin typeface="ScalaSans"/>
                <a:cs typeface="ScalaSans"/>
              </a:defRPr>
            </a:lvl1pPr>
          </a:lstStyle>
          <a:p>
            <a:pPr lvl="0"/>
            <a:r>
              <a:rPr lang="en-US"/>
              <a:t>Click to edit Master text styles</a:t>
            </a:r>
          </a:p>
        </p:txBody>
      </p:sp>
      <p:sp>
        <p:nvSpPr>
          <p:cNvPr id="6" name="Slide Number Placeholder 5"/>
          <p:cNvSpPr>
            <a:spLocks noGrp="1"/>
          </p:cNvSpPr>
          <p:nvPr>
            <p:ph type="sldNum" sz="quarter" idx="14"/>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359288A3-9335-40FB-B410-F4D45954D225}" type="slidenum">
              <a:rPr lang="en-GB"/>
              <a:pPr>
                <a:defRPr/>
              </a:pPr>
              <a:t>‹#›</a:t>
            </a:fld>
            <a:endParaRPr lang="en-GB"/>
          </a:p>
        </p:txBody>
      </p:sp>
      <p:sp>
        <p:nvSpPr>
          <p:cNvPr id="7" name="Footer Placeholder 4"/>
          <p:cNvSpPr>
            <a:spLocks noGrp="1"/>
          </p:cNvSpPr>
          <p:nvPr>
            <p:ph type="ftr" sz="quarter" idx="15"/>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Date Placeholder 3"/>
          <p:cNvSpPr>
            <a:spLocks noGrp="1"/>
          </p:cNvSpPr>
          <p:nvPr>
            <p:ph type="dt" sz="half" idx="16"/>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Tree>
    <p:extLst>
      <p:ext uri="{BB962C8B-B14F-4D97-AF65-F5344CB8AC3E}">
        <p14:creationId xmlns:p14="http://schemas.microsoft.com/office/powerpoint/2010/main" val="29581704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Hoofdstukslide lichtgroen">
    <p:bg>
      <p:bgPr>
        <a:solidFill>
          <a:srgbClr val="66CC33"/>
        </a:solidFill>
        <a:effectLst/>
      </p:bgPr>
    </p:bg>
    <p:spTree>
      <p:nvGrpSpPr>
        <p:cNvPr id="1" name=""/>
        <p:cNvGrpSpPr/>
        <p:nvPr/>
      </p:nvGrpSpPr>
      <p:grpSpPr>
        <a:xfrm>
          <a:off x="0" y="0"/>
          <a:ext cx="0" cy="0"/>
          <a:chOff x="0" y="0"/>
          <a:chExt cx="0" cy="0"/>
        </a:xfrm>
      </p:grpSpPr>
      <p:sp>
        <p:nvSpPr>
          <p:cNvPr id="3" name="Freeform 7"/>
          <p:cNvSpPr>
            <a:spLocks/>
          </p:cNvSpPr>
          <p:nvPr/>
        </p:nvSpPr>
        <p:spPr bwMode="auto">
          <a:xfrm>
            <a:off x="4022725" y="1476375"/>
            <a:ext cx="5145088" cy="1695450"/>
          </a:xfrm>
          <a:custGeom>
            <a:avLst/>
            <a:gdLst>
              <a:gd name="T0" fmla="*/ 2147483647 w 2161"/>
              <a:gd name="T1" fmla="*/ 2147483647 h 712"/>
              <a:gd name="T2" fmla="*/ 2147483647 w 2161"/>
              <a:gd name="T3" fmla="*/ 2147483647 h 712"/>
              <a:gd name="T4" fmla="*/ 0 w 2161"/>
              <a:gd name="T5" fmla="*/ 2147483647 h 712"/>
              <a:gd name="T6" fmla="*/ 0 w 2161"/>
              <a:gd name="T7" fmla="*/ 0 h 712"/>
              <a:gd name="T8" fmla="*/ 2147483647 w 2161"/>
              <a:gd name="T9" fmla="*/ 0 h 712"/>
              <a:gd name="T10" fmla="*/ 2147483647 w 2161"/>
              <a:gd name="T11" fmla="*/ 2147483647 h 7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1" h="712">
                <a:moveTo>
                  <a:pt x="2161" y="712"/>
                </a:moveTo>
                <a:lnTo>
                  <a:pt x="329" y="712"/>
                </a:lnTo>
                <a:lnTo>
                  <a:pt x="0" y="392"/>
                </a:lnTo>
                <a:lnTo>
                  <a:pt x="0" y="0"/>
                </a:lnTo>
                <a:lnTo>
                  <a:pt x="2161" y="0"/>
                </a:lnTo>
                <a:lnTo>
                  <a:pt x="2161" y="712"/>
                </a:lnTo>
                <a:close/>
              </a:path>
            </a:pathLst>
          </a:custGeom>
          <a:solidFill>
            <a:schemeClr val="bg1"/>
          </a:solidFill>
          <a:ln>
            <a:noFill/>
          </a:ln>
          <a:extLst>
            <a:ext uri="{91240B29-F687-4f45-9708-019B960494DF}">
              <a14:hiddenLine xmlns:a14="http://schemas.microsoft.com/office/drawing/2010/main" xmlns="" w="12700">
                <a:solidFill>
                  <a:srgbClr val="000000"/>
                </a:solidFill>
                <a:prstDash val="solid"/>
                <a:round/>
                <a:headEnd/>
                <a:tailEnd/>
              </a14:hiddenLine>
            </a:ext>
          </a:extLst>
        </p:spPr>
        <p:txBody>
          <a:bodyPr/>
          <a:lstStyle/>
          <a:p>
            <a:endParaRPr lang="en-GB"/>
          </a:p>
        </p:txBody>
      </p:sp>
      <p:sp>
        <p:nvSpPr>
          <p:cNvPr id="4" name="Rectangle 6"/>
          <p:cNvSpPr>
            <a:spLocks noChangeArrowheads="1"/>
          </p:cNvSpPr>
          <p:nvPr/>
        </p:nvSpPr>
        <p:spPr bwMode="auto">
          <a:xfrm>
            <a:off x="-1588" y="5924550"/>
            <a:ext cx="9144001" cy="933450"/>
          </a:xfrm>
          <a:prstGeom prst="rect">
            <a:avLst/>
          </a:prstGeom>
          <a:solidFill>
            <a:srgbClr val="FFFFFF">
              <a:alpha val="94901"/>
            </a:srgbClr>
          </a:solidFill>
          <a:ln>
            <a:noFill/>
          </a:ln>
          <a:extLst>
            <a:ext uri="{91240B29-F687-4f45-9708-019B960494DF}">
              <a14:hiddenLine xmlns:a14="http://schemas.microsoft.com/office/drawing/2010/main" xmlns="" w="12700">
                <a:solidFill>
                  <a:srgbClr val="000000"/>
                </a:solidFill>
                <a:miter lim="800000"/>
                <a:headEnd/>
                <a:tailEnd/>
              </a14:hiddenLine>
            </a:ext>
          </a:extLst>
        </p:spPr>
        <p:txBody>
          <a:bodyPr/>
          <a:lstStyle>
            <a:lvl1pPr>
              <a:defRPr sz="2800" b="1" i="1">
                <a:solidFill>
                  <a:srgbClr val="B38601"/>
                </a:solidFill>
                <a:latin typeface="Arial" pitchFamily="34" charset="0"/>
              </a:defRPr>
            </a:lvl1pPr>
            <a:lvl2pPr marL="742950" indent="-285750">
              <a:defRPr sz="2800" b="1" i="1">
                <a:solidFill>
                  <a:srgbClr val="B38601"/>
                </a:solidFill>
                <a:latin typeface="Arial" pitchFamily="34" charset="0"/>
              </a:defRPr>
            </a:lvl2pPr>
            <a:lvl3pPr marL="1143000" indent="-228600">
              <a:defRPr sz="2800" b="1" i="1">
                <a:solidFill>
                  <a:srgbClr val="B38601"/>
                </a:solidFill>
                <a:latin typeface="Arial" pitchFamily="34" charset="0"/>
              </a:defRPr>
            </a:lvl3pPr>
            <a:lvl4pPr marL="1600200" indent="-228600">
              <a:defRPr sz="2800" b="1" i="1">
                <a:solidFill>
                  <a:srgbClr val="B38601"/>
                </a:solidFill>
                <a:latin typeface="Arial" pitchFamily="34" charset="0"/>
              </a:defRPr>
            </a:lvl4pPr>
            <a:lvl5pPr marL="2057400" indent="-228600">
              <a:defRPr sz="2800" b="1" i="1">
                <a:solidFill>
                  <a:srgbClr val="B38601"/>
                </a:solidFill>
                <a:latin typeface="Arial" pitchFamily="34" charset="0"/>
              </a:defRPr>
            </a:lvl5pPr>
            <a:lvl6pPr marL="2514600" indent="-228600" eaLnBrk="0" fontAlgn="base" hangingPunct="0">
              <a:spcBef>
                <a:spcPct val="0"/>
              </a:spcBef>
              <a:spcAft>
                <a:spcPct val="0"/>
              </a:spcAft>
              <a:defRPr sz="2800" b="1" i="1">
                <a:solidFill>
                  <a:srgbClr val="B38601"/>
                </a:solidFill>
                <a:latin typeface="Arial" pitchFamily="34" charset="0"/>
              </a:defRPr>
            </a:lvl6pPr>
            <a:lvl7pPr marL="2971800" indent="-228600" eaLnBrk="0" fontAlgn="base" hangingPunct="0">
              <a:spcBef>
                <a:spcPct val="0"/>
              </a:spcBef>
              <a:spcAft>
                <a:spcPct val="0"/>
              </a:spcAft>
              <a:defRPr sz="2800" b="1" i="1">
                <a:solidFill>
                  <a:srgbClr val="B38601"/>
                </a:solidFill>
                <a:latin typeface="Arial" pitchFamily="34" charset="0"/>
              </a:defRPr>
            </a:lvl7pPr>
            <a:lvl8pPr marL="3429000" indent="-228600" eaLnBrk="0" fontAlgn="base" hangingPunct="0">
              <a:spcBef>
                <a:spcPct val="0"/>
              </a:spcBef>
              <a:spcAft>
                <a:spcPct val="0"/>
              </a:spcAft>
              <a:defRPr sz="2800" b="1" i="1">
                <a:solidFill>
                  <a:srgbClr val="B38601"/>
                </a:solidFill>
                <a:latin typeface="Arial" pitchFamily="34" charset="0"/>
              </a:defRPr>
            </a:lvl8pPr>
            <a:lvl9pPr marL="3886200" indent="-228600" eaLnBrk="0" fontAlgn="base" hangingPunct="0">
              <a:spcBef>
                <a:spcPct val="0"/>
              </a:spcBef>
              <a:spcAft>
                <a:spcPct val="0"/>
              </a:spcAft>
              <a:defRPr sz="2800" b="1" i="1">
                <a:solidFill>
                  <a:srgbClr val="B38601"/>
                </a:solidFill>
                <a:latin typeface="Arial" pitchFamily="34" charset="0"/>
              </a:defRPr>
            </a:lvl9pPr>
          </a:lstStyle>
          <a:p>
            <a:pPr>
              <a:defRPr/>
            </a:pPr>
            <a:endParaRPr lang="nl-NL" altLang="en-US">
              <a:latin typeface="Calibri" pitchFamily="34" charset="0"/>
              <a:ea typeface="ヒラギノ角ゴ Pro W3"/>
              <a:cs typeface="ヒラギノ角ゴ Pro W3"/>
            </a:endParaRPr>
          </a:p>
        </p:txBody>
      </p:sp>
      <p:pic>
        <p:nvPicPr>
          <p:cNvPr id="5" name="Picture 5" descr="02-UTI_Basisvormen_powerpoint_0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0" name="Text Placeholder 18"/>
          <p:cNvSpPr>
            <a:spLocks noGrp="1"/>
          </p:cNvSpPr>
          <p:nvPr>
            <p:ph type="body" sz="quarter" idx="13"/>
          </p:nvPr>
        </p:nvSpPr>
        <p:spPr>
          <a:xfrm>
            <a:off x="4722602" y="1963618"/>
            <a:ext cx="4386263" cy="1208134"/>
          </a:xfrm>
        </p:spPr>
        <p:txBody>
          <a:bodyPr>
            <a:normAutofit/>
          </a:bodyPr>
          <a:lstStyle>
            <a:lvl1pPr>
              <a:buFontTx/>
              <a:buNone/>
              <a:defRPr sz="3200">
                <a:solidFill>
                  <a:srgbClr val="003366"/>
                </a:solidFill>
                <a:latin typeface="ScalaSans"/>
                <a:cs typeface="ScalaSans"/>
              </a:defRPr>
            </a:lvl1pPr>
          </a:lstStyle>
          <a:p>
            <a:pPr lvl="0"/>
            <a:r>
              <a:rPr lang="en-US"/>
              <a:t>Click to edit Master text styles</a:t>
            </a:r>
          </a:p>
        </p:txBody>
      </p:sp>
      <p:sp>
        <p:nvSpPr>
          <p:cNvPr id="6" name="Slide Number Placeholder 5"/>
          <p:cNvSpPr>
            <a:spLocks noGrp="1"/>
          </p:cNvSpPr>
          <p:nvPr>
            <p:ph type="sldNum" sz="quarter" idx="14"/>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25924FB9-6CCA-41B9-9FC6-C55E8FA96C67}" type="slidenum">
              <a:rPr lang="en-GB"/>
              <a:pPr>
                <a:defRPr/>
              </a:pPr>
              <a:t>‹#›</a:t>
            </a:fld>
            <a:endParaRPr lang="en-GB"/>
          </a:p>
        </p:txBody>
      </p:sp>
      <p:sp>
        <p:nvSpPr>
          <p:cNvPr id="7" name="Footer Placeholder 4"/>
          <p:cNvSpPr>
            <a:spLocks noGrp="1"/>
          </p:cNvSpPr>
          <p:nvPr>
            <p:ph type="ftr" sz="quarter" idx="15"/>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8" name="Date Placeholder 3"/>
          <p:cNvSpPr>
            <a:spLocks noGrp="1"/>
          </p:cNvSpPr>
          <p:nvPr>
            <p:ph type="dt" sz="half" idx="16"/>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Tree>
    <p:extLst>
      <p:ext uri="{BB962C8B-B14F-4D97-AF65-F5344CB8AC3E}">
        <p14:creationId xmlns:p14="http://schemas.microsoft.com/office/powerpoint/2010/main" val="6722089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co">
    <p:spTree>
      <p:nvGrpSpPr>
        <p:cNvPr id="1" name=""/>
        <p:cNvGrpSpPr/>
        <p:nvPr/>
      </p:nvGrpSpPr>
      <p:grpSpPr>
        <a:xfrm>
          <a:off x="0" y="0"/>
          <a:ext cx="0" cy="0"/>
          <a:chOff x="0" y="0"/>
          <a:chExt cx="0" cy="0"/>
        </a:xfrm>
      </p:grpSpPr>
      <p:sp>
        <p:nvSpPr>
          <p:cNvPr id="3" name="Freeform 2"/>
          <p:cNvSpPr>
            <a:spLocks/>
          </p:cNvSpPr>
          <p:nvPr/>
        </p:nvSpPr>
        <p:spPr bwMode="auto">
          <a:xfrm>
            <a:off x="0" y="0"/>
            <a:ext cx="9144000" cy="950913"/>
          </a:xfrm>
          <a:custGeom>
            <a:avLst/>
            <a:gdLst/>
            <a:ahLst/>
            <a:cxnLst>
              <a:cxn ang="0">
                <a:pos x="0" y="208"/>
              </a:cxn>
              <a:cxn ang="0">
                <a:pos x="0" y="0"/>
              </a:cxn>
              <a:cxn ang="0">
                <a:pos x="3841" y="0"/>
              </a:cxn>
              <a:cxn ang="0">
                <a:pos x="3841" y="400"/>
              </a:cxn>
              <a:cxn ang="0">
                <a:pos x="184" y="400"/>
              </a:cxn>
              <a:cxn ang="0">
                <a:pos x="0" y="208"/>
              </a:cxn>
            </a:cxnLst>
            <a:rect l="0" t="0" r="r" b="b"/>
            <a:pathLst>
              <a:path w="3841" h="400">
                <a:moveTo>
                  <a:pt x="0" y="208"/>
                </a:moveTo>
                <a:lnTo>
                  <a:pt x="0" y="0"/>
                </a:lnTo>
                <a:lnTo>
                  <a:pt x="3841" y="0"/>
                </a:lnTo>
                <a:lnTo>
                  <a:pt x="3841" y="400"/>
                </a:lnTo>
                <a:lnTo>
                  <a:pt x="184" y="400"/>
                </a:lnTo>
                <a:lnTo>
                  <a:pt x="0" y="208"/>
                </a:lnTo>
                <a:close/>
              </a:path>
            </a:pathLst>
          </a:custGeom>
          <a:solidFill>
            <a:schemeClr val="accent4"/>
          </a:solidFill>
          <a:ln w="12700">
            <a:noFill/>
            <a:prstDash val="solid"/>
            <a:round/>
            <a:headEnd/>
            <a:tailEnd/>
          </a:ln>
        </p:spPr>
        <p:txBody>
          <a:bodyPr/>
          <a:lstStyle/>
          <a:p>
            <a:pPr fontAlgn="auto">
              <a:spcBef>
                <a:spcPts val="0"/>
              </a:spcBef>
              <a:spcAft>
                <a:spcPts val="0"/>
              </a:spcAft>
              <a:defRPr/>
            </a:pPr>
            <a:endParaRPr lang="en-US">
              <a:latin typeface="+mn-lt"/>
            </a:endParaRPr>
          </a:p>
        </p:txBody>
      </p:sp>
      <p:pic>
        <p:nvPicPr>
          <p:cNvPr id="4" name="Picture 4" descr="02-UTI_Basisvormen_powerpoint_0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250" y="6061075"/>
            <a:ext cx="2540000" cy="711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7" name="Title 1"/>
          <p:cNvSpPr>
            <a:spLocks noGrp="1"/>
          </p:cNvSpPr>
          <p:nvPr>
            <p:ph type="title"/>
          </p:nvPr>
        </p:nvSpPr>
        <p:spPr>
          <a:xfrm>
            <a:off x="457200" y="-1842"/>
            <a:ext cx="8229600" cy="952242"/>
          </a:xfrm>
        </p:spPr>
        <p:txBody>
          <a:bodyPr>
            <a:normAutofit/>
          </a:bodyPr>
          <a:lstStyle>
            <a:lvl1pPr algn="l">
              <a:defRPr sz="3200">
                <a:solidFill>
                  <a:schemeClr val="bg1"/>
                </a:solidFill>
                <a:latin typeface="ScalaSans"/>
                <a:cs typeface="ScalaSans"/>
              </a:defRPr>
            </a:lvl1pPr>
          </a:lstStyle>
          <a:p>
            <a:r>
              <a:rPr lang="en-US"/>
              <a:t>Click to edit Master title style</a:t>
            </a:r>
            <a:endParaRPr lang="en-US" dirty="0"/>
          </a:p>
        </p:txBody>
      </p:sp>
      <p:sp>
        <p:nvSpPr>
          <p:cNvPr id="5" name="Footer Placeholder 4"/>
          <p:cNvSpPr>
            <a:spLocks noGrp="1"/>
          </p:cNvSpPr>
          <p:nvPr>
            <p:ph type="ftr" sz="quarter" idx="10"/>
          </p:nvPr>
        </p:nvSpPr>
        <p:spPr>
          <a:xfrm>
            <a:off x="3124200" y="6257925"/>
            <a:ext cx="2063750" cy="365125"/>
          </a:xfrm>
          <a:prstGeom prst="rect">
            <a:avLst/>
          </a:prstGeom>
        </p:spPr>
        <p:txBody>
          <a:bodyPr/>
          <a:lstStyle>
            <a:lvl1pPr algn="r" fontAlgn="auto">
              <a:spcBef>
                <a:spcPts val="0"/>
              </a:spcBef>
              <a:spcAft>
                <a:spcPts val="0"/>
              </a:spcAft>
              <a:defRPr sz="1200">
                <a:solidFill>
                  <a:srgbClr val="CC9933"/>
                </a:solidFill>
                <a:latin typeface="ScalaSans"/>
                <a:ea typeface="+mn-ea"/>
                <a:cs typeface="ScalaSans"/>
              </a:defRPr>
            </a:lvl1pPr>
          </a:lstStyle>
          <a:p>
            <a:pPr>
              <a:defRPr/>
            </a:pPr>
            <a:endParaRPr lang="nl-NL"/>
          </a:p>
        </p:txBody>
      </p:sp>
      <p:sp>
        <p:nvSpPr>
          <p:cNvPr id="6" name="Slide Number Placeholder 5"/>
          <p:cNvSpPr>
            <a:spLocks noGrp="1"/>
          </p:cNvSpPr>
          <p:nvPr>
            <p:ph type="sldNum" sz="quarter" idx="11"/>
          </p:nvPr>
        </p:nvSpPr>
        <p:spPr>
          <a:xfrm>
            <a:off x="7913688" y="6257925"/>
            <a:ext cx="773112" cy="365125"/>
          </a:xfrm>
          <a:prstGeom prst="rect">
            <a:avLst/>
          </a:prstGeom>
        </p:spPr>
        <p:txBody>
          <a:bodyPr vert="horz" wrap="square" lIns="91440" tIns="45720" rIns="91440" bIns="45720" numCol="1" anchor="t" anchorCtr="0" compatLnSpc="1">
            <a:prstTxWarp prst="textNoShape">
              <a:avLst/>
            </a:prstTxWarp>
          </a:bodyPr>
          <a:lstStyle>
            <a:lvl1pPr algn="r">
              <a:defRPr sz="1200">
                <a:solidFill>
                  <a:srgbClr val="CC9933"/>
                </a:solidFill>
                <a:latin typeface="ScalaSans" pitchFamily="34" charset="0"/>
                <a:cs typeface="ヒラギノ角ゴ Pro W3"/>
              </a:defRPr>
            </a:lvl1pPr>
          </a:lstStyle>
          <a:p>
            <a:pPr>
              <a:defRPr/>
            </a:pPr>
            <a:fld id="{2207CE02-E0CF-4B35-8D10-39C998D69BFE}" type="slidenum">
              <a:rPr lang="en-GB"/>
              <a:pPr>
                <a:defRPr/>
              </a:pPr>
              <a:t>‹#›</a:t>
            </a:fld>
            <a:endParaRPr lang="en-GB"/>
          </a:p>
        </p:txBody>
      </p:sp>
      <p:sp>
        <p:nvSpPr>
          <p:cNvPr id="8" name="Date Placeholder 3"/>
          <p:cNvSpPr>
            <a:spLocks noGrp="1"/>
          </p:cNvSpPr>
          <p:nvPr>
            <p:ph type="dt" sz="half" idx="12"/>
          </p:nvPr>
        </p:nvSpPr>
        <p:spPr>
          <a:xfrm>
            <a:off x="5160963" y="6257925"/>
            <a:ext cx="2357437" cy="365125"/>
          </a:xfrm>
          <a:prstGeom prst="rect">
            <a:avLst/>
          </a:prstGeom>
        </p:spPr>
        <p:txBody>
          <a:bodyPr vert="horz" wrap="square" lIns="91440" tIns="45720" rIns="91440" bIns="45720" numCol="1" anchor="t" anchorCtr="0" compatLnSpc="1">
            <a:prstTxWarp prst="textNoShape">
              <a:avLst/>
            </a:prstTxWarp>
          </a:bodyPr>
          <a:lstStyle>
            <a:lvl1pPr>
              <a:defRPr sz="1200">
                <a:solidFill>
                  <a:srgbClr val="CC9933"/>
                </a:solidFill>
                <a:latin typeface="ScalaSans" pitchFamily="34" charset="0"/>
                <a:cs typeface="ヒラギノ角ゴ Pro W3"/>
              </a:defRPr>
            </a:lvl1pPr>
          </a:lstStyle>
          <a:p>
            <a:pPr>
              <a:defRPr/>
            </a:pPr>
            <a:endParaRPr lang="en-GB"/>
          </a:p>
        </p:txBody>
      </p:sp>
    </p:spTree>
    <p:extLst>
      <p:ext uri="{BB962C8B-B14F-4D97-AF65-F5344CB8AC3E}">
        <p14:creationId xmlns:p14="http://schemas.microsoft.com/office/powerpoint/2010/main" val="22763554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Rectangle 5"/>
          <p:cNvSpPr>
            <a:spLocks noGrp="1" noChangeArrowheads="1"/>
          </p:cNvSpPr>
          <p:nvPr>
            <p:ph type="dt" sz="half" idx="10"/>
          </p:nvPr>
        </p:nvSpPr>
        <p:spPr>
          <a:xfrm>
            <a:off x="228600" y="6248400"/>
            <a:ext cx="1905000" cy="457200"/>
          </a:xfrm>
          <a:prstGeom prst="rect">
            <a:avLst/>
          </a:prstGeom>
        </p:spPr>
        <p:txBody>
          <a:bodyPr/>
          <a:lstStyle>
            <a:lvl1pPr>
              <a:defRPr/>
            </a:lvl1pPr>
          </a:lstStyle>
          <a:p>
            <a:pPr>
              <a:defRPr/>
            </a:pPr>
            <a:endParaRPr lang="en-GB"/>
          </a:p>
        </p:txBody>
      </p:sp>
      <p:sp>
        <p:nvSpPr>
          <p:cNvPr id="4" name="Rectangle 6"/>
          <p:cNvSpPr>
            <a:spLocks noGrp="1" noChangeArrowheads="1"/>
          </p:cNvSpPr>
          <p:nvPr>
            <p:ph type="sldNum" sz="quarter" idx="11"/>
          </p:nvPr>
        </p:nvSpPr>
        <p:spPr>
          <a:xfrm>
            <a:off x="8001000" y="6248400"/>
            <a:ext cx="990600" cy="457200"/>
          </a:xfrm>
          <a:prstGeom prst="rect">
            <a:avLst/>
          </a:prstGeom>
        </p:spPr>
        <p:txBody>
          <a:bodyPr/>
          <a:lstStyle>
            <a:lvl1pPr>
              <a:defRPr/>
            </a:lvl1pPr>
          </a:lstStyle>
          <a:p>
            <a:pPr>
              <a:defRPr/>
            </a:pPr>
            <a:fld id="{B0EC5D81-8054-4D2F-8554-B920D7A003C0}" type="slidenum">
              <a:rPr lang="en-GB"/>
              <a:pPr>
                <a:defRPr/>
              </a:pPr>
              <a:t>‹#›</a:t>
            </a:fld>
            <a:endParaRPr lang="en-GB"/>
          </a:p>
        </p:txBody>
      </p:sp>
    </p:spTree>
    <p:extLst>
      <p:ext uri="{BB962C8B-B14F-4D97-AF65-F5344CB8AC3E}">
        <p14:creationId xmlns:p14="http://schemas.microsoft.com/office/powerpoint/2010/main" val="9379486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7000" y="304800"/>
            <a:ext cx="6324600" cy="762000"/>
          </a:xfrm>
        </p:spPr>
        <p:txBody>
          <a:bodyPr/>
          <a:lstStyle/>
          <a:p>
            <a:r>
              <a:rPr lang="en-US"/>
              <a:t>Click to edit Master title style</a:t>
            </a:r>
            <a:endParaRPr lang="nl-NL"/>
          </a:p>
        </p:txBody>
      </p:sp>
      <p:sp>
        <p:nvSpPr>
          <p:cNvPr id="3" name="Text Placeholder 2"/>
          <p:cNvSpPr>
            <a:spLocks noGrp="1"/>
          </p:cNvSpPr>
          <p:nvPr>
            <p:ph type="body" sz="half" idx="1"/>
          </p:nvPr>
        </p:nvSpPr>
        <p:spPr>
          <a:xfrm>
            <a:off x="1600200" y="1219200"/>
            <a:ext cx="36195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p:cNvSpPr>
            <a:spLocks noGrp="1"/>
          </p:cNvSpPr>
          <p:nvPr>
            <p:ph sz="half" idx="2"/>
          </p:nvPr>
        </p:nvSpPr>
        <p:spPr>
          <a:xfrm>
            <a:off x="5372100" y="1219200"/>
            <a:ext cx="36195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Rectangle 5"/>
          <p:cNvSpPr>
            <a:spLocks noGrp="1" noChangeArrowheads="1"/>
          </p:cNvSpPr>
          <p:nvPr>
            <p:ph type="dt" sz="half" idx="10"/>
          </p:nvPr>
        </p:nvSpPr>
        <p:spPr>
          <a:xfrm>
            <a:off x="228600" y="6248400"/>
            <a:ext cx="1905000" cy="457200"/>
          </a:xfrm>
          <a:prstGeom prst="rect">
            <a:avLst/>
          </a:prstGeom>
        </p:spPr>
        <p:txBody>
          <a:bodyPr/>
          <a:lstStyle>
            <a:lvl1pPr>
              <a:defRPr/>
            </a:lvl1pPr>
          </a:lstStyle>
          <a:p>
            <a:pPr>
              <a:defRPr/>
            </a:pPr>
            <a:endParaRPr lang="en-GB"/>
          </a:p>
        </p:txBody>
      </p:sp>
      <p:sp>
        <p:nvSpPr>
          <p:cNvPr id="6" name="Rectangle 6"/>
          <p:cNvSpPr>
            <a:spLocks noGrp="1" noChangeArrowheads="1"/>
          </p:cNvSpPr>
          <p:nvPr>
            <p:ph type="sldNum" sz="quarter" idx="11"/>
          </p:nvPr>
        </p:nvSpPr>
        <p:spPr>
          <a:xfrm>
            <a:off x="8001000" y="6248400"/>
            <a:ext cx="990600" cy="457200"/>
          </a:xfrm>
          <a:prstGeom prst="rect">
            <a:avLst/>
          </a:prstGeom>
        </p:spPr>
        <p:txBody>
          <a:bodyPr/>
          <a:lstStyle>
            <a:lvl1pPr>
              <a:defRPr/>
            </a:lvl1pPr>
          </a:lstStyle>
          <a:p>
            <a:pPr>
              <a:defRPr/>
            </a:pPr>
            <a:fld id="{F9F7F61F-2BB3-480A-8D71-33C9431C3EC7}" type="slidenum">
              <a:rPr lang="en-GB"/>
              <a:pPr>
                <a:defRPr/>
              </a:pPr>
              <a:t>‹#›</a:t>
            </a:fld>
            <a:endParaRPr lang="en-GB"/>
          </a:p>
        </p:txBody>
      </p:sp>
    </p:spTree>
    <p:extLst>
      <p:ext uri="{BB962C8B-B14F-4D97-AF65-F5344CB8AC3E}">
        <p14:creationId xmlns:p14="http://schemas.microsoft.com/office/powerpoint/2010/main" val="3953902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nl-NL" altLang="en-US"/>
              <a:t>Click to edit Master text styles</a:t>
            </a:r>
          </a:p>
          <a:p>
            <a:pPr lvl="1"/>
            <a:r>
              <a:rPr lang="nl-NL" altLang="en-US"/>
              <a:t>Second level</a:t>
            </a:r>
          </a:p>
          <a:p>
            <a:pPr lvl="2"/>
            <a:r>
              <a:rPr lang="nl-NL" altLang="en-US"/>
              <a:t>Third level</a:t>
            </a:r>
          </a:p>
        </p:txBody>
      </p:sp>
      <p:sp>
        <p:nvSpPr>
          <p:cNvPr id="4" name="Text Box 10"/>
          <p:cNvSpPr txBox="1">
            <a:spLocks noChangeArrowheads="1"/>
          </p:cNvSpPr>
          <p:nvPr userDrawn="1"/>
        </p:nvSpPr>
        <p:spPr bwMode="auto">
          <a:xfrm>
            <a:off x="8753475" y="0"/>
            <a:ext cx="390525" cy="284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type="none" w="sm" len="sm"/>
                <a:tailEnd type="none" w="sm" len="sm"/>
              </a14:hiddenLine>
            </a:ext>
          </a:extLst>
        </p:spPr>
        <p:txBody>
          <a:bodyPr wrap="none">
            <a:spAutoFit/>
          </a:bodyPr>
          <a:lstStyle>
            <a:lvl1pPr>
              <a:defRPr sz="2800" b="1" i="1">
                <a:solidFill>
                  <a:srgbClr val="B38601"/>
                </a:solidFill>
                <a:latin typeface="Arial" charset="0"/>
              </a:defRPr>
            </a:lvl1pPr>
            <a:lvl2pPr marL="742950" indent="-285750">
              <a:defRPr sz="2800" b="1" i="1">
                <a:solidFill>
                  <a:srgbClr val="B38601"/>
                </a:solidFill>
                <a:latin typeface="Arial" charset="0"/>
              </a:defRPr>
            </a:lvl2pPr>
            <a:lvl3pPr marL="1143000" indent="-228600">
              <a:defRPr sz="2800" b="1" i="1">
                <a:solidFill>
                  <a:srgbClr val="B38601"/>
                </a:solidFill>
                <a:latin typeface="Arial" charset="0"/>
              </a:defRPr>
            </a:lvl3pPr>
            <a:lvl4pPr marL="1600200" indent="-228600">
              <a:defRPr sz="2800" b="1" i="1">
                <a:solidFill>
                  <a:srgbClr val="B38601"/>
                </a:solidFill>
                <a:latin typeface="Arial" charset="0"/>
              </a:defRPr>
            </a:lvl4pPr>
            <a:lvl5pPr marL="2057400" indent="-228600">
              <a:defRPr sz="2800" b="1" i="1">
                <a:solidFill>
                  <a:srgbClr val="B38601"/>
                </a:solidFill>
                <a:latin typeface="Arial" charset="0"/>
              </a:defRPr>
            </a:lvl5pPr>
            <a:lvl6pPr marL="2514600" indent="-228600" eaLnBrk="0" fontAlgn="base" hangingPunct="0">
              <a:spcBef>
                <a:spcPct val="0"/>
              </a:spcBef>
              <a:spcAft>
                <a:spcPct val="0"/>
              </a:spcAft>
              <a:defRPr sz="2800" b="1" i="1">
                <a:solidFill>
                  <a:srgbClr val="B38601"/>
                </a:solidFill>
                <a:latin typeface="Arial" charset="0"/>
              </a:defRPr>
            </a:lvl6pPr>
            <a:lvl7pPr marL="2971800" indent="-228600" eaLnBrk="0" fontAlgn="base" hangingPunct="0">
              <a:spcBef>
                <a:spcPct val="0"/>
              </a:spcBef>
              <a:spcAft>
                <a:spcPct val="0"/>
              </a:spcAft>
              <a:defRPr sz="2800" b="1" i="1">
                <a:solidFill>
                  <a:srgbClr val="B38601"/>
                </a:solidFill>
                <a:latin typeface="Arial" charset="0"/>
              </a:defRPr>
            </a:lvl7pPr>
            <a:lvl8pPr marL="3429000" indent="-228600" eaLnBrk="0" fontAlgn="base" hangingPunct="0">
              <a:spcBef>
                <a:spcPct val="0"/>
              </a:spcBef>
              <a:spcAft>
                <a:spcPct val="0"/>
              </a:spcAft>
              <a:defRPr sz="2800" b="1" i="1">
                <a:solidFill>
                  <a:srgbClr val="B38601"/>
                </a:solidFill>
                <a:latin typeface="Arial" charset="0"/>
              </a:defRPr>
            </a:lvl8pPr>
            <a:lvl9pPr marL="3886200" indent="-228600" eaLnBrk="0" fontAlgn="base" hangingPunct="0">
              <a:spcBef>
                <a:spcPct val="0"/>
              </a:spcBef>
              <a:spcAft>
                <a:spcPct val="0"/>
              </a:spcAft>
              <a:defRPr sz="2800" b="1" i="1">
                <a:solidFill>
                  <a:srgbClr val="B38601"/>
                </a:solidFill>
                <a:latin typeface="Arial" charset="0"/>
              </a:defRPr>
            </a:lvl9pPr>
          </a:lstStyle>
          <a:p>
            <a:pPr>
              <a:lnSpc>
                <a:spcPct val="90000"/>
              </a:lnSpc>
              <a:spcBef>
                <a:spcPct val="20000"/>
              </a:spcBef>
              <a:spcAft>
                <a:spcPct val="200000"/>
              </a:spcAft>
              <a:buClr>
                <a:schemeClr val="accent2"/>
              </a:buClr>
              <a:buSzPct val="75000"/>
              <a:defRPr/>
            </a:pPr>
            <a:fld id="{535B88C4-0517-419D-A025-21D9A15ECBAC}" type="slidenum">
              <a:rPr lang="en-US" sz="1400" b="0" i="0" smtClean="0">
                <a:solidFill>
                  <a:schemeClr val="tx1"/>
                </a:solidFill>
                <a:latin typeface="Times New Roman" pitchFamily="18" charset="0"/>
              </a:rPr>
              <a:pPr>
                <a:lnSpc>
                  <a:spcPct val="90000"/>
                </a:lnSpc>
                <a:spcBef>
                  <a:spcPct val="20000"/>
                </a:spcBef>
                <a:spcAft>
                  <a:spcPct val="200000"/>
                </a:spcAft>
                <a:buClr>
                  <a:schemeClr val="accent2"/>
                </a:buClr>
                <a:buSzPct val="75000"/>
                <a:defRPr/>
              </a:pPr>
              <a:t>‹#›</a:t>
            </a:fld>
            <a:endParaRPr lang="en-US" sz="1400" b="0" i="0">
              <a:solidFill>
                <a:schemeClr val="tx1"/>
              </a:solidFill>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4097" r:id="rId1"/>
    <p:sldLayoutId id="2147484098" r:id="rId2"/>
    <p:sldLayoutId id="2147484099" r:id="rId3"/>
    <p:sldLayoutId id="2147484100" r:id="rId4"/>
    <p:sldLayoutId id="2147484101" r:id="rId5"/>
    <p:sldLayoutId id="2147484102" r:id="rId6"/>
    <p:sldLayoutId id="2147484103" r:id="rId7"/>
    <p:sldLayoutId id="2147484104" r:id="rId8"/>
    <p:sldLayoutId id="2147484105" r:id="rId9"/>
    <p:sldLayoutId id="2147484106" r:id="rId10"/>
    <p:sldLayoutId id="2147484107" r:id="rId11"/>
    <p:sldLayoutId id="2147484108" r:id="rId12"/>
    <p:sldLayoutId id="2147484109" r:id="rId13"/>
    <p:sldLayoutId id="2147484110" r:id="rId14"/>
    <p:sldLayoutId id="2147484111" r:id="rId15"/>
    <p:sldLayoutId id="2147484112" r:id="rId16"/>
    <p:sldLayoutId id="2147484113" r:id="rId17"/>
    <p:sldLayoutId id="2147484114" r:id="rId18"/>
    <p:sldLayoutId id="2147484115" r:id="rId19"/>
    <p:sldLayoutId id="2147484116" r:id="rId20"/>
    <p:sldLayoutId id="2147484117" r:id="rId21"/>
    <p:sldLayoutId id="2147484118" r:id="rId22"/>
    <p:sldLayoutId id="2147484119" r:id="rId23"/>
    <p:sldLayoutId id="2147484120" r:id="rId24"/>
    <p:sldLayoutId id="2147484121" r:id="rId25"/>
    <p:sldLayoutId id="2147484122" r:id="rId26"/>
    <p:sldLayoutId id="2147484123" r:id="rId27"/>
    <p:sldLayoutId id="2147484125" r:id="rId28"/>
    <p:sldLayoutId id="2147484126" r:id="rId29"/>
  </p:sldLayoutIdLst>
  <p:hf sldNum="0" hdr="0" ftr="0" dt="0"/>
  <p:txStyles>
    <p:titleStyle>
      <a:lvl1pPr algn="l" defTabSz="457200" rtl="0" eaLnBrk="0" fontAlgn="base" hangingPunct="0">
        <a:spcBef>
          <a:spcPct val="0"/>
        </a:spcBef>
        <a:spcAft>
          <a:spcPct val="0"/>
        </a:spcAft>
        <a:defRPr sz="4400" kern="1200">
          <a:solidFill>
            <a:schemeClr val="tx1"/>
          </a:solidFill>
          <a:latin typeface="ScalaSans"/>
          <a:ea typeface="ヒラギノ角ゴ Pro W3" pitchFamily="-109" charset="-128"/>
          <a:cs typeface="ScalaSans"/>
        </a:defRPr>
      </a:lvl1pPr>
      <a:lvl2pPr algn="l" defTabSz="457200" rtl="0" eaLnBrk="0" fontAlgn="base" hangingPunct="0">
        <a:spcBef>
          <a:spcPct val="0"/>
        </a:spcBef>
        <a:spcAft>
          <a:spcPct val="0"/>
        </a:spcAft>
        <a:defRPr sz="4400">
          <a:solidFill>
            <a:schemeClr val="tx1"/>
          </a:solidFill>
          <a:latin typeface="ScalaSans" pitchFamily="-109" charset="0"/>
          <a:ea typeface="ヒラギノ角ゴ Pro W3" pitchFamily="-109" charset="-128"/>
          <a:cs typeface="ScalaSans" pitchFamily="34" charset="0"/>
        </a:defRPr>
      </a:lvl2pPr>
      <a:lvl3pPr algn="l" defTabSz="457200" rtl="0" eaLnBrk="0" fontAlgn="base" hangingPunct="0">
        <a:spcBef>
          <a:spcPct val="0"/>
        </a:spcBef>
        <a:spcAft>
          <a:spcPct val="0"/>
        </a:spcAft>
        <a:defRPr sz="4400">
          <a:solidFill>
            <a:schemeClr val="tx1"/>
          </a:solidFill>
          <a:latin typeface="ScalaSans" pitchFamily="-109" charset="0"/>
          <a:ea typeface="ヒラギノ角ゴ Pro W3" pitchFamily="-109" charset="-128"/>
          <a:cs typeface="ScalaSans" pitchFamily="34" charset="0"/>
        </a:defRPr>
      </a:lvl3pPr>
      <a:lvl4pPr algn="l" defTabSz="457200" rtl="0" eaLnBrk="0" fontAlgn="base" hangingPunct="0">
        <a:spcBef>
          <a:spcPct val="0"/>
        </a:spcBef>
        <a:spcAft>
          <a:spcPct val="0"/>
        </a:spcAft>
        <a:defRPr sz="4400">
          <a:solidFill>
            <a:schemeClr val="tx1"/>
          </a:solidFill>
          <a:latin typeface="ScalaSans" pitchFamily="-109" charset="0"/>
          <a:ea typeface="ヒラギノ角ゴ Pro W3" pitchFamily="-109" charset="-128"/>
          <a:cs typeface="ScalaSans" pitchFamily="34" charset="0"/>
        </a:defRPr>
      </a:lvl4pPr>
      <a:lvl5pPr algn="l" defTabSz="457200" rtl="0" eaLnBrk="0" fontAlgn="base" hangingPunct="0">
        <a:spcBef>
          <a:spcPct val="0"/>
        </a:spcBef>
        <a:spcAft>
          <a:spcPct val="0"/>
        </a:spcAft>
        <a:defRPr sz="4400">
          <a:solidFill>
            <a:schemeClr val="tx1"/>
          </a:solidFill>
          <a:latin typeface="ScalaSans" pitchFamily="-109" charset="0"/>
          <a:ea typeface="ヒラギノ角ゴ Pro W3" pitchFamily="-109" charset="-128"/>
          <a:cs typeface="ScalaSans" pitchFamily="34" charset="0"/>
        </a:defRPr>
      </a:lvl5pPr>
      <a:lvl6pPr marL="457200" algn="l" defTabSz="457200" rtl="0" eaLnBrk="1" fontAlgn="base" hangingPunct="1">
        <a:spcBef>
          <a:spcPct val="0"/>
        </a:spcBef>
        <a:spcAft>
          <a:spcPct val="0"/>
        </a:spcAft>
        <a:defRPr sz="4400">
          <a:solidFill>
            <a:schemeClr val="tx1"/>
          </a:solidFill>
          <a:latin typeface="ScalaSans" pitchFamily="-109" charset="0"/>
          <a:ea typeface="ヒラギノ角ゴ Pro W3" pitchFamily="-109" charset="-128"/>
        </a:defRPr>
      </a:lvl6pPr>
      <a:lvl7pPr marL="914400" algn="l" defTabSz="457200" rtl="0" eaLnBrk="1" fontAlgn="base" hangingPunct="1">
        <a:spcBef>
          <a:spcPct val="0"/>
        </a:spcBef>
        <a:spcAft>
          <a:spcPct val="0"/>
        </a:spcAft>
        <a:defRPr sz="4400">
          <a:solidFill>
            <a:schemeClr val="tx1"/>
          </a:solidFill>
          <a:latin typeface="ScalaSans" pitchFamily="-109" charset="0"/>
          <a:ea typeface="ヒラギノ角ゴ Pro W3" pitchFamily="-109" charset="-128"/>
        </a:defRPr>
      </a:lvl7pPr>
      <a:lvl8pPr marL="1371600" algn="l" defTabSz="457200" rtl="0" eaLnBrk="1" fontAlgn="base" hangingPunct="1">
        <a:spcBef>
          <a:spcPct val="0"/>
        </a:spcBef>
        <a:spcAft>
          <a:spcPct val="0"/>
        </a:spcAft>
        <a:defRPr sz="4400">
          <a:solidFill>
            <a:schemeClr val="tx1"/>
          </a:solidFill>
          <a:latin typeface="ScalaSans" pitchFamily="-109" charset="0"/>
          <a:ea typeface="ヒラギノ角ゴ Pro W3" pitchFamily="-109" charset="-128"/>
        </a:defRPr>
      </a:lvl8pPr>
      <a:lvl9pPr marL="1828800" algn="l" defTabSz="457200" rtl="0" eaLnBrk="1" fontAlgn="base" hangingPunct="1">
        <a:spcBef>
          <a:spcPct val="0"/>
        </a:spcBef>
        <a:spcAft>
          <a:spcPct val="0"/>
        </a:spcAft>
        <a:defRPr sz="4400">
          <a:solidFill>
            <a:schemeClr val="tx1"/>
          </a:solidFill>
          <a:latin typeface="ScalaSans" pitchFamily="-109" charset="0"/>
          <a:ea typeface="ヒラギノ角ゴ Pro W3" pitchFamily="-109" charset="-128"/>
        </a:defRPr>
      </a:lvl9pPr>
    </p:titleStyle>
    <p:bodyStyle>
      <a:lvl1pPr marL="342900" indent="-342900" algn="l" defTabSz="457200" rtl="0" eaLnBrk="0" fontAlgn="base" hangingPunct="0">
        <a:spcBef>
          <a:spcPct val="20000"/>
        </a:spcBef>
        <a:spcAft>
          <a:spcPct val="0"/>
        </a:spcAft>
        <a:buFont typeface="Arial" pitchFamily="34" charset="0"/>
        <a:buChar char="•"/>
        <a:defRPr kern="1200">
          <a:solidFill>
            <a:srgbClr val="003366"/>
          </a:solidFill>
          <a:latin typeface="ScalaSans"/>
          <a:ea typeface="ヒラギノ角ゴ Pro W3" pitchFamily="-109" charset="-128"/>
          <a:cs typeface="ScalaSans"/>
        </a:defRPr>
      </a:lvl1pPr>
      <a:lvl2pPr marL="742950" indent="-285750" algn="l" defTabSz="457200" rtl="0" eaLnBrk="0" fontAlgn="base" hangingPunct="0">
        <a:spcBef>
          <a:spcPct val="20000"/>
        </a:spcBef>
        <a:spcAft>
          <a:spcPct val="0"/>
        </a:spcAft>
        <a:buFont typeface="Arial" pitchFamily="34" charset="0"/>
        <a:buChar char="•"/>
        <a:defRPr kern="1200">
          <a:solidFill>
            <a:srgbClr val="003366"/>
          </a:solidFill>
          <a:latin typeface="ScalaSans"/>
          <a:ea typeface="ヒラギノ角ゴ Pro W3" pitchFamily="-109" charset="-128"/>
          <a:cs typeface="ScalaSans"/>
        </a:defRPr>
      </a:lvl2pPr>
      <a:lvl3pPr marL="1143000" indent="-228600" algn="l" defTabSz="457200" rtl="0" eaLnBrk="0" fontAlgn="base" hangingPunct="0">
        <a:spcBef>
          <a:spcPct val="20000"/>
        </a:spcBef>
        <a:spcAft>
          <a:spcPct val="0"/>
        </a:spcAft>
        <a:buFont typeface="Arial" pitchFamily="34" charset="0"/>
        <a:buChar char="•"/>
        <a:defRPr kern="1200">
          <a:solidFill>
            <a:srgbClr val="003366"/>
          </a:solidFill>
          <a:latin typeface="ScalaSans"/>
          <a:ea typeface="ヒラギノ角ゴ Pro W3" pitchFamily="-109" charset="-128"/>
          <a:cs typeface="ScalaSans"/>
        </a:defRPr>
      </a:lvl3pPr>
      <a:lvl4pPr marL="1600200" indent="-228600" algn="l" defTabSz="457200" rtl="0" eaLnBrk="0" fontAlgn="base" hangingPunct="0">
        <a:spcBef>
          <a:spcPct val="20000"/>
        </a:spcBef>
        <a:spcAft>
          <a:spcPct val="0"/>
        </a:spcAft>
        <a:buFont typeface="Arial" pitchFamily="34" charset="0"/>
        <a:buChar char="–"/>
        <a:defRPr kern="1200">
          <a:solidFill>
            <a:srgbClr val="003366"/>
          </a:solidFill>
          <a:latin typeface="ScalaSans"/>
          <a:ea typeface="ヒラギノ角ゴ Pro W3" pitchFamily="-109" charset="-128"/>
          <a:cs typeface="ScalaSans"/>
        </a:defRPr>
      </a:lvl4pPr>
      <a:lvl5pPr marL="2057400" indent="-228600" algn="l" defTabSz="457200" rtl="0" eaLnBrk="0" fontAlgn="base" hangingPunct="0">
        <a:spcBef>
          <a:spcPct val="20000"/>
        </a:spcBef>
        <a:spcAft>
          <a:spcPct val="0"/>
        </a:spcAft>
        <a:buFont typeface="Arial" pitchFamily="34" charset="0"/>
        <a:buChar char="»"/>
        <a:defRPr kern="1200">
          <a:solidFill>
            <a:srgbClr val="003366"/>
          </a:solidFill>
          <a:latin typeface="ScalaSans"/>
          <a:ea typeface="ヒラギノ角ゴ Pro W3" pitchFamily="-109" charset="-128"/>
          <a:cs typeface="ScalaSan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hyperlink" Target="https://www.tilburguniversity.edu/nl/onderzoek/instituten-en-researchgroepen/zero-hunger-lab" TargetMode="External"/><Relationship Id="rId2" Type="http://schemas.openxmlformats.org/officeDocument/2006/relationships/image" Target="../media/image5.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spcBef>
                <a:spcPct val="20000"/>
              </a:spcBef>
              <a:buFont typeface="Arial" pitchFamily="34" charset="0"/>
              <a:buChar char="•"/>
              <a:defRPr>
                <a:solidFill>
                  <a:srgbClr val="003366"/>
                </a:solidFill>
                <a:latin typeface="ScalaSans"/>
                <a:ea typeface="ヒラギノ角ゴ Pro W3"/>
                <a:cs typeface="ScalaSans"/>
              </a:defRPr>
            </a:lvl1pPr>
            <a:lvl2pPr marL="742950" indent="-285750">
              <a:spcBef>
                <a:spcPct val="20000"/>
              </a:spcBef>
              <a:buFont typeface="Arial" pitchFamily="34" charset="0"/>
              <a:buChar char="•"/>
              <a:defRPr>
                <a:solidFill>
                  <a:srgbClr val="003366"/>
                </a:solidFill>
                <a:latin typeface="ScalaSans"/>
                <a:ea typeface="ヒラギノ角ゴ Pro W3"/>
                <a:cs typeface="ScalaSans"/>
              </a:defRPr>
            </a:lvl2pPr>
            <a:lvl3pPr marL="1143000" indent="-228600">
              <a:spcBef>
                <a:spcPct val="20000"/>
              </a:spcBef>
              <a:buFont typeface="Arial" pitchFamily="34" charset="0"/>
              <a:buChar char="•"/>
              <a:defRPr>
                <a:solidFill>
                  <a:srgbClr val="003366"/>
                </a:solidFill>
                <a:latin typeface="ScalaSans"/>
                <a:ea typeface="ヒラギノ角ゴ Pro W3"/>
                <a:cs typeface="ScalaSans"/>
              </a:defRPr>
            </a:lvl3pPr>
            <a:lvl4pPr marL="1600200" indent="-228600">
              <a:spcBef>
                <a:spcPct val="20000"/>
              </a:spcBef>
              <a:buFont typeface="Arial" pitchFamily="34" charset="0"/>
              <a:buChar char="–"/>
              <a:defRPr>
                <a:solidFill>
                  <a:srgbClr val="003366"/>
                </a:solidFill>
                <a:latin typeface="ScalaSans"/>
                <a:ea typeface="ヒラギノ角ゴ Pro W3"/>
                <a:cs typeface="ScalaSans"/>
              </a:defRPr>
            </a:lvl4pPr>
            <a:lvl5pPr marL="2057400" indent="-228600">
              <a:spcBef>
                <a:spcPct val="20000"/>
              </a:spcBef>
              <a:buFont typeface="Arial" pitchFamily="34" charset="0"/>
              <a:buChar char="»"/>
              <a:defRPr>
                <a:solidFill>
                  <a:srgbClr val="003366"/>
                </a:solidFill>
                <a:latin typeface="ScalaSans"/>
                <a:ea typeface="ヒラギノ角ゴ Pro W3"/>
                <a:cs typeface="ScalaSans"/>
              </a:defRPr>
            </a:lvl5pPr>
            <a:lvl6pPr marL="2514600" indent="-228600" eaLnBrk="0" fontAlgn="base" hangingPunct="0">
              <a:spcBef>
                <a:spcPct val="20000"/>
              </a:spcBef>
              <a:spcAft>
                <a:spcPct val="0"/>
              </a:spcAft>
              <a:buFont typeface="Arial" pitchFamily="34" charset="0"/>
              <a:buChar char="»"/>
              <a:defRPr>
                <a:solidFill>
                  <a:srgbClr val="003366"/>
                </a:solidFill>
                <a:latin typeface="ScalaSans"/>
                <a:ea typeface="ヒラギノ角ゴ Pro W3"/>
                <a:cs typeface="ScalaSans"/>
              </a:defRPr>
            </a:lvl6pPr>
            <a:lvl7pPr marL="2971800" indent="-228600" eaLnBrk="0" fontAlgn="base" hangingPunct="0">
              <a:spcBef>
                <a:spcPct val="20000"/>
              </a:spcBef>
              <a:spcAft>
                <a:spcPct val="0"/>
              </a:spcAft>
              <a:buFont typeface="Arial" pitchFamily="34" charset="0"/>
              <a:buChar char="»"/>
              <a:defRPr>
                <a:solidFill>
                  <a:srgbClr val="003366"/>
                </a:solidFill>
                <a:latin typeface="ScalaSans"/>
                <a:ea typeface="ヒラギノ角ゴ Pro W3"/>
                <a:cs typeface="ScalaSans"/>
              </a:defRPr>
            </a:lvl7pPr>
            <a:lvl8pPr marL="3429000" indent="-228600" eaLnBrk="0" fontAlgn="base" hangingPunct="0">
              <a:spcBef>
                <a:spcPct val="20000"/>
              </a:spcBef>
              <a:spcAft>
                <a:spcPct val="0"/>
              </a:spcAft>
              <a:buFont typeface="Arial" pitchFamily="34" charset="0"/>
              <a:buChar char="»"/>
              <a:defRPr>
                <a:solidFill>
                  <a:srgbClr val="003366"/>
                </a:solidFill>
                <a:latin typeface="ScalaSans"/>
                <a:ea typeface="ヒラギノ角ゴ Pro W3"/>
                <a:cs typeface="ScalaSans"/>
              </a:defRPr>
            </a:lvl8pPr>
            <a:lvl9pPr marL="3886200" indent="-228600" eaLnBrk="0" fontAlgn="base" hangingPunct="0">
              <a:spcBef>
                <a:spcPct val="20000"/>
              </a:spcBef>
              <a:spcAft>
                <a:spcPct val="0"/>
              </a:spcAft>
              <a:buFont typeface="Arial" pitchFamily="34" charset="0"/>
              <a:buChar char="»"/>
              <a:defRPr>
                <a:solidFill>
                  <a:srgbClr val="003366"/>
                </a:solidFill>
                <a:latin typeface="ScalaSans"/>
                <a:ea typeface="ヒラギノ角ゴ Pro W3"/>
                <a:cs typeface="ScalaSans"/>
              </a:defRPr>
            </a:lvl9pPr>
          </a:lstStyle>
          <a:p>
            <a:pPr>
              <a:spcBef>
                <a:spcPct val="0"/>
              </a:spcBef>
              <a:buFontTx/>
              <a:buNone/>
            </a:pPr>
            <a:endParaRPr lang="nl-NL" altLang="en-US">
              <a:solidFill>
                <a:srgbClr val="B38601"/>
              </a:solidFill>
              <a:latin typeface="Arial" pitchFamily="34" charset="0"/>
            </a:endParaRPr>
          </a:p>
        </p:txBody>
      </p:sp>
      <p:sp>
        <p:nvSpPr>
          <p:cNvPr id="32771" name="Rectangle 4"/>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nchor="ctr"/>
          <a:lstStyle>
            <a:lvl1pPr>
              <a:spcBef>
                <a:spcPct val="20000"/>
              </a:spcBef>
              <a:buFont typeface="Arial" pitchFamily="34" charset="0"/>
              <a:buChar char="•"/>
              <a:defRPr>
                <a:solidFill>
                  <a:srgbClr val="003366"/>
                </a:solidFill>
                <a:latin typeface="ScalaSans"/>
                <a:ea typeface="ヒラギノ角ゴ Pro W3"/>
                <a:cs typeface="ScalaSans"/>
              </a:defRPr>
            </a:lvl1pPr>
            <a:lvl2pPr marL="742950" indent="-285750">
              <a:spcBef>
                <a:spcPct val="20000"/>
              </a:spcBef>
              <a:buFont typeface="Arial" pitchFamily="34" charset="0"/>
              <a:buChar char="•"/>
              <a:defRPr>
                <a:solidFill>
                  <a:srgbClr val="003366"/>
                </a:solidFill>
                <a:latin typeface="ScalaSans"/>
                <a:ea typeface="ヒラギノ角ゴ Pro W3"/>
                <a:cs typeface="ScalaSans"/>
              </a:defRPr>
            </a:lvl2pPr>
            <a:lvl3pPr marL="1143000" indent="-228600">
              <a:spcBef>
                <a:spcPct val="20000"/>
              </a:spcBef>
              <a:buFont typeface="Arial" pitchFamily="34" charset="0"/>
              <a:buChar char="•"/>
              <a:defRPr>
                <a:solidFill>
                  <a:srgbClr val="003366"/>
                </a:solidFill>
                <a:latin typeface="ScalaSans"/>
                <a:ea typeface="ヒラギノ角ゴ Pro W3"/>
                <a:cs typeface="ScalaSans"/>
              </a:defRPr>
            </a:lvl3pPr>
            <a:lvl4pPr marL="1600200" indent="-228600">
              <a:spcBef>
                <a:spcPct val="20000"/>
              </a:spcBef>
              <a:buFont typeface="Arial" pitchFamily="34" charset="0"/>
              <a:buChar char="–"/>
              <a:defRPr>
                <a:solidFill>
                  <a:srgbClr val="003366"/>
                </a:solidFill>
                <a:latin typeface="ScalaSans"/>
                <a:ea typeface="ヒラギノ角ゴ Pro W3"/>
                <a:cs typeface="ScalaSans"/>
              </a:defRPr>
            </a:lvl4pPr>
            <a:lvl5pPr marL="2057400" indent="-228600">
              <a:spcBef>
                <a:spcPct val="20000"/>
              </a:spcBef>
              <a:buFont typeface="Arial" pitchFamily="34" charset="0"/>
              <a:buChar char="»"/>
              <a:defRPr>
                <a:solidFill>
                  <a:srgbClr val="003366"/>
                </a:solidFill>
                <a:latin typeface="ScalaSans"/>
                <a:ea typeface="ヒラギノ角ゴ Pro W3"/>
                <a:cs typeface="ScalaSans"/>
              </a:defRPr>
            </a:lvl5pPr>
            <a:lvl6pPr marL="2514600" indent="-228600" eaLnBrk="0" fontAlgn="base" hangingPunct="0">
              <a:spcBef>
                <a:spcPct val="20000"/>
              </a:spcBef>
              <a:spcAft>
                <a:spcPct val="0"/>
              </a:spcAft>
              <a:buFont typeface="Arial" pitchFamily="34" charset="0"/>
              <a:buChar char="»"/>
              <a:defRPr>
                <a:solidFill>
                  <a:srgbClr val="003366"/>
                </a:solidFill>
                <a:latin typeface="ScalaSans"/>
                <a:ea typeface="ヒラギノ角ゴ Pro W3"/>
                <a:cs typeface="ScalaSans"/>
              </a:defRPr>
            </a:lvl6pPr>
            <a:lvl7pPr marL="2971800" indent="-228600" eaLnBrk="0" fontAlgn="base" hangingPunct="0">
              <a:spcBef>
                <a:spcPct val="20000"/>
              </a:spcBef>
              <a:spcAft>
                <a:spcPct val="0"/>
              </a:spcAft>
              <a:buFont typeface="Arial" pitchFamily="34" charset="0"/>
              <a:buChar char="»"/>
              <a:defRPr>
                <a:solidFill>
                  <a:srgbClr val="003366"/>
                </a:solidFill>
                <a:latin typeface="ScalaSans"/>
                <a:ea typeface="ヒラギノ角ゴ Pro W3"/>
                <a:cs typeface="ScalaSans"/>
              </a:defRPr>
            </a:lvl7pPr>
            <a:lvl8pPr marL="3429000" indent="-228600" eaLnBrk="0" fontAlgn="base" hangingPunct="0">
              <a:spcBef>
                <a:spcPct val="20000"/>
              </a:spcBef>
              <a:spcAft>
                <a:spcPct val="0"/>
              </a:spcAft>
              <a:buFont typeface="Arial" pitchFamily="34" charset="0"/>
              <a:buChar char="»"/>
              <a:defRPr>
                <a:solidFill>
                  <a:srgbClr val="003366"/>
                </a:solidFill>
                <a:latin typeface="ScalaSans"/>
                <a:ea typeface="ヒラギノ角ゴ Pro W3"/>
                <a:cs typeface="ScalaSans"/>
              </a:defRPr>
            </a:lvl8pPr>
            <a:lvl9pPr marL="3886200" indent="-228600" eaLnBrk="0" fontAlgn="base" hangingPunct="0">
              <a:spcBef>
                <a:spcPct val="20000"/>
              </a:spcBef>
              <a:spcAft>
                <a:spcPct val="0"/>
              </a:spcAft>
              <a:buFont typeface="Arial" pitchFamily="34" charset="0"/>
              <a:buChar char="»"/>
              <a:defRPr>
                <a:solidFill>
                  <a:srgbClr val="003366"/>
                </a:solidFill>
                <a:latin typeface="ScalaSans"/>
                <a:ea typeface="ヒラギノ角ゴ Pro W3"/>
                <a:cs typeface="ScalaSans"/>
              </a:defRPr>
            </a:lvl9pPr>
          </a:lstStyle>
          <a:p>
            <a:pPr>
              <a:spcBef>
                <a:spcPct val="0"/>
              </a:spcBef>
              <a:buFontTx/>
              <a:buNone/>
            </a:pPr>
            <a:endParaRPr lang="nl-NL" altLang="en-US">
              <a:solidFill>
                <a:srgbClr val="B38601"/>
              </a:solidFill>
              <a:latin typeface="Arial" pitchFamily="34" charset="0"/>
            </a:endParaRPr>
          </a:p>
        </p:txBody>
      </p:sp>
      <p:sp>
        <p:nvSpPr>
          <p:cNvPr id="32772" name="Rectangle 10"/>
          <p:cNvSpPr>
            <a:spLocks noGrp="1" noChangeArrowheads="1"/>
          </p:cNvSpPr>
          <p:nvPr>
            <p:ph type="ctrTitle"/>
          </p:nvPr>
        </p:nvSpPr>
        <p:spPr>
          <a:xfrm>
            <a:off x="4038600" y="1524000"/>
            <a:ext cx="5257800" cy="1219200"/>
          </a:xfrm>
        </p:spPr>
        <p:txBody>
          <a:bodyPr>
            <a:noAutofit/>
          </a:bodyPr>
          <a:lstStyle/>
          <a:p>
            <a:pPr>
              <a:defRPr/>
            </a:pPr>
            <a:r>
              <a:rPr lang="en-US" altLang="en-US" dirty="0">
                <a:ea typeface="ヒラギノ角ゴ Pro W3"/>
              </a:rPr>
              <a:t>Assignment World Food </a:t>
            </a:r>
            <a:r>
              <a:rPr lang="en-US" altLang="en-US" dirty="0" err="1">
                <a:ea typeface="ヒラギノ角ゴ Pro W3"/>
              </a:rPr>
              <a:t>Programme</a:t>
            </a:r>
            <a:r>
              <a:rPr lang="en-US" altLang="en-US" dirty="0">
                <a:ea typeface="ヒラギノ角ゴ Pro W3"/>
              </a:rPr>
              <a:t> Ethiopia</a:t>
            </a:r>
            <a:endParaRPr lang="nl-NL" altLang="en-US" dirty="0">
              <a:ea typeface="ヒラギノ角ゴ Pro W3"/>
            </a:endParaRPr>
          </a:p>
        </p:txBody>
      </p:sp>
      <p:sp>
        <p:nvSpPr>
          <p:cNvPr id="32773" name="Rectangle 9"/>
          <p:cNvSpPr>
            <a:spLocks noGrp="1" noChangeArrowheads="1"/>
          </p:cNvSpPr>
          <p:nvPr>
            <p:ph type="subTitle" idx="1"/>
          </p:nvPr>
        </p:nvSpPr>
        <p:spPr>
          <a:xfrm>
            <a:off x="5638800" y="2667000"/>
            <a:ext cx="3124200" cy="525463"/>
          </a:xfrm>
        </p:spPr>
        <p:txBody>
          <a:bodyPr>
            <a:normAutofit fontScale="85000" lnSpcReduction="20000"/>
          </a:bodyPr>
          <a:lstStyle/>
          <a:p>
            <a:pPr eaLnBrk="1" hangingPunct="1">
              <a:defRPr/>
            </a:pPr>
            <a:r>
              <a:rPr lang="en-US" altLang="en-US" sz="1800" dirty="0">
                <a:ea typeface="ヒラギノ角ゴ Pro W3"/>
              </a:rPr>
              <a:t>Optimization for Data Science</a:t>
            </a:r>
          </a:p>
          <a:p>
            <a:pPr eaLnBrk="1" hangingPunct="1">
              <a:defRPr/>
            </a:pPr>
            <a:r>
              <a:rPr lang="en-US" altLang="en-US" sz="1800" dirty="0">
                <a:ea typeface="ヒラギノ角ゴ Pro W3"/>
              </a:rPr>
              <a:t>Spring </a:t>
            </a:r>
            <a:r>
              <a:rPr altLang="en-US" sz="1800" dirty="0">
                <a:ea typeface="ヒラギノ角ゴ Pro W3"/>
              </a:rPr>
              <a:t>2025</a:t>
            </a:r>
            <a:endParaRPr lang="nl-NL" altLang="en-US" sz="1800" dirty="0">
              <a:ea typeface="ヒラギノ角ゴ Pro W3"/>
            </a:endParaRPr>
          </a:p>
        </p:txBody>
      </p:sp>
    </p:spTree>
  </p:cSld>
  <p:clrMapOvr>
    <a:masterClrMapping/>
  </p:clrMapOvr>
  <p:transition>
    <p:pull dir="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nl-NL" dirty="0"/>
              <a:t>Goal</a:t>
            </a:r>
            <a:endParaRPr lang="en-GB" dirty="0"/>
          </a:p>
        </p:txBody>
      </p:sp>
      <p:sp>
        <p:nvSpPr>
          <p:cNvPr id="5" name="Content Placeholder 4"/>
          <p:cNvSpPr>
            <a:spLocks noGrp="1"/>
          </p:cNvSpPr>
          <p:nvPr>
            <p:ph idx="1"/>
          </p:nvPr>
        </p:nvSpPr>
        <p:spPr/>
        <p:txBody>
          <a:bodyPr>
            <a:normAutofit lnSpcReduction="10000"/>
          </a:bodyPr>
          <a:lstStyle/>
          <a:p>
            <a:r>
              <a:rPr lang="nl-NL" dirty="0"/>
              <a:t>In </a:t>
            </a:r>
            <a:r>
              <a:rPr lang="nl-NL" dirty="0" err="1"/>
              <a:t>this</a:t>
            </a:r>
            <a:r>
              <a:rPr lang="nl-NL" dirty="0"/>
              <a:t> </a:t>
            </a:r>
            <a:r>
              <a:rPr lang="nl-NL" dirty="0" err="1"/>
              <a:t>assignment</a:t>
            </a:r>
            <a:r>
              <a:rPr lang="nl-NL" dirty="0"/>
              <a:t> we are </a:t>
            </a:r>
            <a:r>
              <a:rPr lang="nl-NL" dirty="0" err="1"/>
              <a:t>going</a:t>
            </a:r>
            <a:r>
              <a:rPr lang="nl-NL" dirty="0"/>
              <a:t> </a:t>
            </a:r>
            <a:r>
              <a:rPr lang="nl-NL" dirty="0" err="1"/>
              <a:t>to</a:t>
            </a:r>
            <a:r>
              <a:rPr lang="nl-NL" dirty="0"/>
              <a:t> support the United Nations World Food </a:t>
            </a:r>
            <a:r>
              <a:rPr lang="nl-NL" dirty="0" err="1"/>
              <a:t>Programme</a:t>
            </a:r>
            <a:r>
              <a:rPr lang="nl-NL" dirty="0"/>
              <a:t> in </a:t>
            </a:r>
            <a:r>
              <a:rPr lang="nl-NL" dirty="0" err="1"/>
              <a:t>designing</a:t>
            </a:r>
            <a:r>
              <a:rPr lang="nl-NL" dirty="0"/>
              <a:t> the </a:t>
            </a:r>
            <a:r>
              <a:rPr lang="nl-NL" dirty="0" err="1"/>
              <a:t>optimal</a:t>
            </a:r>
            <a:r>
              <a:rPr lang="nl-NL" dirty="0"/>
              <a:t> food </a:t>
            </a:r>
            <a:r>
              <a:rPr lang="nl-NL" dirty="0" err="1"/>
              <a:t>supply</a:t>
            </a:r>
            <a:r>
              <a:rPr lang="nl-NL" dirty="0"/>
              <a:t> chain </a:t>
            </a:r>
            <a:r>
              <a:rPr lang="nl-NL" dirty="0" err="1"/>
              <a:t>for</a:t>
            </a:r>
            <a:r>
              <a:rPr lang="nl-NL" dirty="0"/>
              <a:t> </a:t>
            </a:r>
            <a:r>
              <a:rPr lang="nl-NL" dirty="0" err="1"/>
              <a:t>one</a:t>
            </a:r>
            <a:r>
              <a:rPr lang="nl-NL" dirty="0"/>
              <a:t> </a:t>
            </a:r>
            <a:r>
              <a:rPr lang="nl-NL" dirty="0" err="1"/>
              <a:t>month</a:t>
            </a:r>
            <a:r>
              <a:rPr lang="nl-NL" dirty="0"/>
              <a:t> (30 </a:t>
            </a:r>
            <a:r>
              <a:rPr lang="nl-NL" dirty="0" err="1"/>
              <a:t>days</a:t>
            </a:r>
            <a:r>
              <a:rPr lang="nl-NL" dirty="0"/>
              <a:t>) in Ethiopia</a:t>
            </a:r>
          </a:p>
          <a:p>
            <a:endParaRPr lang="nl-NL" dirty="0"/>
          </a:p>
          <a:p>
            <a:r>
              <a:rPr lang="nl-NL" dirty="0"/>
              <a:t>Country: Ethiopia, 1,1 </a:t>
            </a:r>
            <a:r>
              <a:rPr lang="nl-NL" dirty="0" err="1"/>
              <a:t>million</a:t>
            </a:r>
            <a:r>
              <a:rPr lang="nl-NL" dirty="0"/>
              <a:t> km2</a:t>
            </a:r>
            <a:br>
              <a:rPr lang="nl-NL" dirty="0"/>
            </a:br>
            <a:r>
              <a:rPr lang="nl-NL" dirty="0"/>
              <a:t>(</a:t>
            </a:r>
            <a:r>
              <a:rPr lang="nl-NL" dirty="0" err="1"/>
              <a:t>surface</a:t>
            </a:r>
            <a:r>
              <a:rPr lang="nl-NL" dirty="0"/>
              <a:t> of France + Spain)</a:t>
            </a:r>
            <a:br>
              <a:rPr lang="nl-NL" dirty="0"/>
            </a:br>
            <a:endParaRPr lang="nl-NL" dirty="0"/>
          </a:p>
          <a:p>
            <a:r>
              <a:rPr lang="nl-NL" dirty="0" err="1"/>
              <a:t>Often</a:t>
            </a:r>
            <a:r>
              <a:rPr lang="nl-NL" dirty="0"/>
              <a:t> </a:t>
            </a:r>
            <a:r>
              <a:rPr lang="nl-NL" dirty="0" err="1"/>
              <a:t>problems</a:t>
            </a:r>
            <a:r>
              <a:rPr lang="nl-NL" dirty="0"/>
              <a:t> </a:t>
            </a:r>
            <a:r>
              <a:rPr lang="nl-NL" dirty="0" err="1"/>
              <a:t>with</a:t>
            </a:r>
            <a:r>
              <a:rPr lang="nl-NL" dirty="0"/>
              <a:t> </a:t>
            </a:r>
            <a:r>
              <a:rPr lang="nl-NL" dirty="0" err="1"/>
              <a:t>harvest</a:t>
            </a:r>
            <a:r>
              <a:rPr lang="nl-NL" dirty="0"/>
              <a:t> (</a:t>
            </a:r>
            <a:r>
              <a:rPr lang="nl-NL" dirty="0" err="1"/>
              <a:t>due</a:t>
            </a:r>
            <a:r>
              <a:rPr lang="nl-NL" dirty="0"/>
              <a:t> </a:t>
            </a:r>
            <a:r>
              <a:rPr lang="nl-NL" dirty="0" err="1"/>
              <a:t>to</a:t>
            </a:r>
            <a:r>
              <a:rPr lang="nl-NL" dirty="0"/>
              <a:t> </a:t>
            </a:r>
            <a:r>
              <a:rPr lang="nl-NL" dirty="0" err="1"/>
              <a:t>drought</a:t>
            </a:r>
            <a:r>
              <a:rPr lang="nl-NL" dirty="0"/>
              <a:t>)</a:t>
            </a:r>
          </a:p>
          <a:p>
            <a:endParaRPr lang="nl-NL" dirty="0"/>
          </a:p>
          <a:p>
            <a:r>
              <a:rPr lang="nl-NL" dirty="0" err="1"/>
              <a:t>This</a:t>
            </a:r>
            <a:r>
              <a:rPr lang="nl-NL" dirty="0"/>
              <a:t> is a real-life </a:t>
            </a:r>
            <a:r>
              <a:rPr lang="nl-NL" dirty="0" err="1"/>
              <a:t>problem</a:t>
            </a:r>
            <a:r>
              <a:rPr lang="nl-NL" dirty="0"/>
              <a:t> (</a:t>
            </a:r>
            <a:r>
              <a:rPr lang="nl-NL" dirty="0" err="1"/>
              <a:t>only</a:t>
            </a:r>
            <a:br>
              <a:rPr lang="nl-NL" dirty="0"/>
            </a:br>
            <a:r>
              <a:rPr lang="nl-NL" dirty="0" err="1"/>
              <a:t>costs</a:t>
            </a:r>
            <a:r>
              <a:rPr lang="nl-NL" dirty="0"/>
              <a:t> have been </a:t>
            </a:r>
            <a:r>
              <a:rPr lang="nl-NL" dirty="0" err="1"/>
              <a:t>randomized</a:t>
            </a:r>
            <a:r>
              <a:rPr lang="nl-NL" dirty="0"/>
              <a:t>) </a:t>
            </a:r>
            <a:r>
              <a:rPr lang="nl-NL" dirty="0" err="1"/>
              <a:t>which</a:t>
            </a:r>
            <a:br>
              <a:rPr lang="nl-NL" dirty="0"/>
            </a:br>
            <a:r>
              <a:rPr lang="nl-NL" dirty="0"/>
              <a:t>takes </a:t>
            </a:r>
            <a:r>
              <a:rPr lang="nl-NL" dirty="0" err="1"/>
              <a:t>into</a:t>
            </a:r>
            <a:r>
              <a:rPr lang="nl-NL" dirty="0"/>
              <a:t> account the most important</a:t>
            </a:r>
            <a:br>
              <a:rPr lang="nl-NL" dirty="0"/>
            </a:br>
            <a:r>
              <a:rPr lang="nl-NL" dirty="0" err="1"/>
              <a:t>aspects</a:t>
            </a:r>
            <a:endParaRPr lang="nl-NL" dirty="0"/>
          </a:p>
          <a:p>
            <a:pPr marL="0" indent="0">
              <a:buNone/>
            </a:pPr>
            <a:endParaRPr lang="nl-NL" dirty="0"/>
          </a:p>
          <a:p>
            <a:endParaRPr lang="nl-NL" dirty="0"/>
          </a:p>
          <a:p>
            <a:endParaRPr lang="nl-NL" dirty="0"/>
          </a:p>
          <a:p>
            <a:endParaRPr lang="nl-NL" dirty="0"/>
          </a:p>
          <a:p>
            <a:endParaRPr lang="nl-NL" dirty="0"/>
          </a:p>
          <a:p>
            <a:endParaRPr lang="nl-NL" dirty="0"/>
          </a:p>
          <a:p>
            <a:endParaRPr lang="en-GB" dirty="0"/>
          </a:p>
        </p:txBody>
      </p:sp>
      <p:pic>
        <p:nvPicPr>
          <p:cNvPr id="2" name="Picture 1"/>
          <p:cNvPicPr>
            <a:picLocks noChangeAspect="1"/>
          </p:cNvPicPr>
          <p:nvPr/>
        </p:nvPicPr>
        <p:blipFill>
          <a:blip r:embed="rId2"/>
          <a:stretch>
            <a:fillRect/>
          </a:stretch>
        </p:blipFill>
        <p:spPr>
          <a:xfrm>
            <a:off x="5638800" y="2286000"/>
            <a:ext cx="3429000" cy="3759418"/>
          </a:xfrm>
          <a:prstGeom prst="rect">
            <a:avLst/>
          </a:prstGeom>
        </p:spPr>
      </p:pic>
    </p:spTree>
    <p:extLst>
      <p:ext uri="{BB962C8B-B14F-4D97-AF65-F5344CB8AC3E}">
        <p14:creationId xmlns:p14="http://schemas.microsoft.com/office/powerpoint/2010/main" val="4203160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a:t>
            </a:r>
          </a:p>
        </p:txBody>
      </p:sp>
      <p:sp>
        <p:nvSpPr>
          <p:cNvPr id="3" name="Content Placeholder 2"/>
          <p:cNvSpPr>
            <a:spLocks noGrp="1"/>
          </p:cNvSpPr>
          <p:nvPr>
            <p:ph idx="1"/>
          </p:nvPr>
        </p:nvSpPr>
        <p:spPr/>
        <p:txBody>
          <a:bodyPr/>
          <a:lstStyle/>
          <a:p>
            <a:r>
              <a:rPr lang="nl-NL" dirty="0" err="1"/>
              <a:t>All</a:t>
            </a:r>
            <a:r>
              <a:rPr lang="nl-NL" dirty="0"/>
              <a:t> data is </a:t>
            </a:r>
            <a:r>
              <a:rPr lang="nl-NL" dirty="0" err="1"/>
              <a:t>available</a:t>
            </a:r>
            <a:r>
              <a:rPr lang="nl-NL" dirty="0"/>
              <a:t> in Excel</a:t>
            </a:r>
          </a:p>
          <a:p>
            <a:endParaRPr lang="nl-NL" dirty="0"/>
          </a:p>
          <a:p>
            <a:r>
              <a:rPr lang="nl-NL" dirty="0" err="1"/>
              <a:t>You</a:t>
            </a:r>
            <a:r>
              <a:rPr lang="nl-NL" dirty="0"/>
              <a:t> </a:t>
            </a:r>
            <a:r>
              <a:rPr lang="nl-NL" dirty="0" err="1"/>
              <a:t>will</a:t>
            </a:r>
            <a:r>
              <a:rPr lang="nl-NL" dirty="0"/>
              <a:t> </a:t>
            </a:r>
            <a:r>
              <a:rPr lang="nl-NL" dirty="0" err="1"/>
              <a:t>see</a:t>
            </a:r>
            <a:r>
              <a:rPr lang="nl-NL" dirty="0"/>
              <a:t> the unit of </a:t>
            </a:r>
            <a:r>
              <a:rPr lang="nl-NL" dirty="0" err="1"/>
              <a:t>mT</a:t>
            </a:r>
            <a:r>
              <a:rPr lang="nl-NL" dirty="0"/>
              <a:t> = </a:t>
            </a:r>
            <a:r>
              <a:rPr lang="nl-NL" dirty="0" err="1"/>
              <a:t>metric</a:t>
            </a:r>
            <a:r>
              <a:rPr lang="nl-NL" dirty="0"/>
              <a:t> </a:t>
            </a:r>
            <a:r>
              <a:rPr lang="nl-NL" dirty="0" err="1"/>
              <a:t>tons</a:t>
            </a:r>
            <a:r>
              <a:rPr lang="nl-NL" dirty="0"/>
              <a:t> = 1000 kg</a:t>
            </a:r>
            <a:br>
              <a:rPr lang="nl-NL" dirty="0"/>
            </a:br>
            <a:r>
              <a:rPr lang="nl-NL" dirty="0"/>
              <a:t>(but </a:t>
            </a:r>
            <a:r>
              <a:rPr lang="nl-NL" dirty="0" err="1"/>
              <a:t>some</a:t>
            </a:r>
            <a:r>
              <a:rPr lang="nl-NL" dirty="0"/>
              <a:t> food </a:t>
            </a:r>
            <a:r>
              <a:rPr lang="nl-NL" dirty="0" err="1"/>
              <a:t>quantities</a:t>
            </a:r>
            <a:r>
              <a:rPr lang="nl-NL" dirty="0"/>
              <a:t> are </a:t>
            </a:r>
            <a:r>
              <a:rPr lang="nl-NL" dirty="0" err="1"/>
              <a:t>given</a:t>
            </a:r>
            <a:r>
              <a:rPr lang="nl-NL" dirty="0"/>
              <a:t> in units of 100 gr)</a:t>
            </a:r>
          </a:p>
          <a:p>
            <a:endParaRPr lang="nl-NL" dirty="0"/>
          </a:p>
          <a:p>
            <a:r>
              <a:rPr lang="nl-NL" dirty="0" err="1"/>
              <a:t>All</a:t>
            </a:r>
            <a:r>
              <a:rPr lang="nl-NL" dirty="0"/>
              <a:t> </a:t>
            </a:r>
            <a:r>
              <a:rPr lang="nl-NL" dirty="0" err="1"/>
              <a:t>costs</a:t>
            </a:r>
            <a:r>
              <a:rPr lang="nl-NL" dirty="0"/>
              <a:t> are in USD ($)</a:t>
            </a:r>
          </a:p>
          <a:p>
            <a:pPr marL="0" indent="0">
              <a:buNone/>
            </a:pPr>
            <a:endParaRPr lang="nl-NL" dirty="0"/>
          </a:p>
          <a:p>
            <a:r>
              <a:rPr lang="nl-NL" dirty="0"/>
              <a:t>On </a:t>
            </a:r>
            <a:r>
              <a:rPr lang="nl-NL" dirty="0" err="1"/>
              <a:t>the</a:t>
            </a:r>
            <a:r>
              <a:rPr lang="nl-NL" dirty="0"/>
              <a:t> next slides we </a:t>
            </a:r>
            <a:r>
              <a:rPr lang="nl-NL" dirty="0" err="1"/>
              <a:t>discuss</a:t>
            </a:r>
            <a:r>
              <a:rPr lang="nl-NL" dirty="0"/>
              <a:t> </a:t>
            </a:r>
            <a:r>
              <a:rPr lang="nl-NL" dirty="0" err="1"/>
              <a:t>the</a:t>
            </a:r>
            <a:r>
              <a:rPr lang="nl-NL" dirty="0"/>
              <a:t> </a:t>
            </a:r>
            <a:r>
              <a:rPr lang="nl-NL" dirty="0" err="1"/>
              <a:t>various</a:t>
            </a:r>
            <a:r>
              <a:rPr lang="nl-NL" dirty="0"/>
              <a:t> </a:t>
            </a:r>
            <a:r>
              <a:rPr lang="nl-NL" dirty="0" err="1"/>
              <a:t>entities</a:t>
            </a:r>
            <a:r>
              <a:rPr lang="nl-NL" dirty="0"/>
              <a:t> </a:t>
            </a:r>
            <a:r>
              <a:rPr lang="nl-NL" dirty="0" err="1"/>
              <a:t>that</a:t>
            </a:r>
            <a:r>
              <a:rPr lang="nl-NL" dirty="0"/>
              <a:t> </a:t>
            </a:r>
            <a:r>
              <a:rPr lang="nl-NL" dirty="0" err="1"/>
              <a:t>play</a:t>
            </a:r>
            <a:r>
              <a:rPr lang="nl-NL" dirty="0"/>
              <a:t> a </a:t>
            </a:r>
            <a:r>
              <a:rPr lang="nl-NL" dirty="0" err="1"/>
              <a:t>role</a:t>
            </a:r>
            <a:r>
              <a:rPr lang="nl-NL" dirty="0"/>
              <a:t> in </a:t>
            </a:r>
            <a:r>
              <a:rPr lang="nl-NL" dirty="0" err="1"/>
              <a:t>this</a:t>
            </a:r>
            <a:r>
              <a:rPr lang="nl-NL" dirty="0"/>
              <a:t> case </a:t>
            </a:r>
            <a:r>
              <a:rPr lang="nl-NL" dirty="0" err="1"/>
              <a:t>study</a:t>
            </a:r>
            <a:r>
              <a:rPr lang="nl-NL" dirty="0"/>
              <a:t>.</a:t>
            </a:r>
          </a:p>
          <a:p>
            <a:endParaRPr lang="en-US" dirty="0"/>
          </a:p>
        </p:txBody>
      </p:sp>
    </p:spTree>
    <p:extLst>
      <p:ext uri="{BB962C8B-B14F-4D97-AF65-F5344CB8AC3E}">
        <p14:creationId xmlns:p14="http://schemas.microsoft.com/office/powerpoint/2010/main" val="325058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Beneficiaries</a:t>
            </a:r>
          </a:p>
        </p:txBody>
      </p:sp>
      <p:sp>
        <p:nvSpPr>
          <p:cNvPr id="3" name="Content Placeholder 2"/>
          <p:cNvSpPr>
            <a:spLocks noGrp="1"/>
          </p:cNvSpPr>
          <p:nvPr>
            <p:ph idx="1"/>
          </p:nvPr>
        </p:nvSpPr>
        <p:spPr/>
        <p:txBody>
          <a:bodyPr/>
          <a:lstStyle/>
          <a:p>
            <a:r>
              <a:rPr lang="en-US" dirty="0"/>
              <a:t>There are a lot of beneficiaries in Ethiopia that </a:t>
            </a:r>
            <a:br>
              <a:rPr lang="en-US" dirty="0"/>
            </a:br>
            <a:r>
              <a:rPr lang="en-US" dirty="0"/>
              <a:t>need food</a:t>
            </a:r>
          </a:p>
          <a:p>
            <a:r>
              <a:rPr lang="en-US" dirty="0"/>
              <a:t>This is part of the data:</a:t>
            </a:r>
          </a:p>
        </p:txBody>
      </p:sp>
      <p:graphicFrame>
        <p:nvGraphicFramePr>
          <p:cNvPr id="4" name="Table 3"/>
          <p:cNvGraphicFramePr>
            <a:graphicFrameLocks noGrp="1"/>
          </p:cNvGraphicFramePr>
          <p:nvPr>
            <p:extLst>
              <p:ext uri="{D42A27DB-BD31-4B8C-83A1-F6EECF244321}">
                <p14:modId xmlns:p14="http://schemas.microsoft.com/office/powerpoint/2010/main" val="1743497949"/>
              </p:ext>
            </p:extLst>
          </p:nvPr>
        </p:nvGraphicFramePr>
        <p:xfrm>
          <a:off x="533400" y="2819400"/>
          <a:ext cx="7213600" cy="3149600"/>
        </p:xfrm>
        <a:graphic>
          <a:graphicData uri="http://schemas.openxmlformats.org/drawingml/2006/table">
            <a:tbl>
              <a:tblPr/>
              <a:tblGrid>
                <a:gridCol w="1257300">
                  <a:extLst>
                    <a:ext uri="{9D8B030D-6E8A-4147-A177-3AD203B41FA5}">
                      <a16:colId xmlns:a16="http://schemas.microsoft.com/office/drawing/2014/main" val="20000"/>
                    </a:ext>
                  </a:extLst>
                </a:gridCol>
                <a:gridCol w="1587500">
                  <a:extLst>
                    <a:ext uri="{9D8B030D-6E8A-4147-A177-3AD203B41FA5}">
                      <a16:colId xmlns:a16="http://schemas.microsoft.com/office/drawing/2014/main" val="20001"/>
                    </a:ext>
                  </a:extLst>
                </a:gridCol>
                <a:gridCol w="1536700">
                  <a:extLst>
                    <a:ext uri="{9D8B030D-6E8A-4147-A177-3AD203B41FA5}">
                      <a16:colId xmlns:a16="http://schemas.microsoft.com/office/drawing/2014/main" val="20002"/>
                    </a:ext>
                  </a:extLst>
                </a:gridCol>
                <a:gridCol w="12319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469900">
                <a:tc>
                  <a:txBody>
                    <a:bodyPr/>
                    <a:lstStyle/>
                    <a:p>
                      <a:pPr algn="ctr" fontAlgn="ctr"/>
                      <a:r>
                        <a:rPr lang="en-US" sz="1400" b="1" i="0" u="none" strike="noStrike" dirty="0" err="1">
                          <a:solidFill>
                            <a:srgbClr val="FFFFFF"/>
                          </a:solidFill>
                          <a:effectLst/>
                          <a:latin typeface="Calibri"/>
                        </a:rPr>
                        <a:t>LocationTYpe</a:t>
                      </a:r>
                      <a:endParaRPr lang="en-US" sz="1400" b="1" i="0" u="none" strike="noStrike" dirty="0">
                        <a:solidFill>
                          <a:srgbClr val="FFFFFF"/>
                        </a:solidFill>
                        <a:effectLst/>
                        <a:latin typeface="Calibri"/>
                      </a:endParaRPr>
                    </a:p>
                  </a:txBody>
                  <a:tcPr marL="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tc>
                  <a:txBody>
                    <a:bodyPr/>
                    <a:lstStyle/>
                    <a:p>
                      <a:pPr algn="ctr" fontAlgn="ctr"/>
                      <a:r>
                        <a:rPr lang="en-US" sz="1400" b="1" i="0" u="none" strike="noStrike">
                          <a:solidFill>
                            <a:srgbClr val="FFFFFF"/>
                          </a:solidFill>
                          <a:effectLst/>
                          <a:latin typeface="Calibri"/>
                        </a:rPr>
                        <a:t>Location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tc>
                  <a:txBody>
                    <a:bodyPr/>
                    <a:lstStyle/>
                    <a:p>
                      <a:pPr algn="ctr" fontAlgn="ctr"/>
                      <a:r>
                        <a:rPr lang="en-US" sz="1400" b="1" i="0" u="none" strike="noStrike">
                          <a:solidFill>
                            <a:srgbClr val="FFFFFF"/>
                          </a:solidFill>
                          <a:effectLst/>
                          <a:latin typeface="Calibri"/>
                        </a:rPr>
                        <a:t>#Beneficiaries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tc>
                  <a:txBody>
                    <a:bodyPr/>
                    <a:lstStyle/>
                    <a:p>
                      <a:pPr algn="ctr" fontAlgn="ctr"/>
                      <a:r>
                        <a:rPr lang="en-US" sz="1400" b="1" i="0" u="none" strike="noStrike">
                          <a:solidFill>
                            <a:srgbClr val="FFFFFF"/>
                          </a:solidFill>
                          <a:effectLst/>
                          <a:latin typeface="Calibri"/>
                        </a:rPr>
                        <a:t>Port capacity (mt/month)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tc>
                  <a:txBody>
                    <a:bodyPr/>
                    <a:lstStyle/>
                    <a:p>
                      <a:pPr algn="ctr" fontAlgn="ctr"/>
                      <a:r>
                        <a:rPr lang="en-US" sz="1400" b="1" i="0" u="none" strike="noStrike">
                          <a:solidFill>
                            <a:srgbClr val="FFFFFF"/>
                          </a:solidFill>
                          <a:effectLst/>
                          <a:latin typeface="Calibri"/>
                        </a:rPr>
                        <a:t>Handling cost ($/ton)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190500">
                <a:tc>
                  <a:txBody>
                    <a:bodyPr/>
                    <a:lstStyle/>
                    <a:p>
                      <a:pPr algn="l" fontAlgn="b"/>
                      <a:r>
                        <a:rPr lang="en-US" sz="1100" b="0" i="0" u="none" strike="noStrike">
                          <a:solidFill>
                            <a:srgbClr val="000000"/>
                          </a:solidFill>
                          <a:effectLst/>
                          <a:latin typeface="Calibri"/>
                        </a:rPr>
                        <a:t>Beneficiary Camp</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Somali</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835737</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endParaRPr lang="en-US" sz="1100" b="0" i="0" u="none" strike="noStrike">
                        <a:solidFill>
                          <a:srgbClr val="000000"/>
                        </a:solidFill>
                        <a:effectLst/>
                        <a:latin typeface="Calibri"/>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1"/>
                  </a:ext>
                </a:extLst>
              </a:tr>
              <a:tr h="177800">
                <a:tc>
                  <a:txBody>
                    <a:bodyPr/>
                    <a:lstStyle/>
                    <a:p>
                      <a:pPr algn="l" fontAlgn="b"/>
                      <a:r>
                        <a:rPr lang="en-US" sz="1100" b="0" i="0" u="none" strike="noStrike">
                          <a:solidFill>
                            <a:srgbClr val="000000"/>
                          </a:solidFill>
                          <a:effectLst/>
                          <a:latin typeface="Calibri"/>
                        </a:rPr>
                        <a:t>Beneficiary Camp</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ADI-HARUSH</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21524</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endParaRPr lang="en-US" sz="1100" b="0" i="0" u="none" strike="noStrike">
                        <a:solidFill>
                          <a:srgbClr val="000000"/>
                        </a:solidFill>
                        <a:effectLst/>
                        <a:latin typeface="Calibri"/>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2"/>
                  </a:ext>
                </a:extLst>
              </a:tr>
              <a:tr h="177800">
                <a:tc>
                  <a:txBody>
                    <a:bodyPr/>
                    <a:lstStyle/>
                    <a:p>
                      <a:pPr algn="l" fontAlgn="b"/>
                      <a:r>
                        <a:rPr lang="en-US" sz="1100" b="0" i="0" u="none" strike="noStrike">
                          <a:solidFill>
                            <a:srgbClr val="000000"/>
                          </a:solidFill>
                          <a:effectLst/>
                          <a:latin typeface="Calibri"/>
                        </a:rPr>
                        <a:t>Beneficiary Camp</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AW-BARRE</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27638</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endParaRPr lang="en-US" sz="1100" b="0" i="0" u="none" strike="noStrike">
                        <a:solidFill>
                          <a:srgbClr val="000000"/>
                        </a:solidFill>
                        <a:effectLst/>
                        <a:latin typeface="Calibri"/>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3"/>
                  </a:ext>
                </a:extLst>
              </a:tr>
              <a:tr h="177800">
                <a:tc>
                  <a:txBody>
                    <a:bodyPr/>
                    <a:lstStyle/>
                    <a:p>
                      <a:pPr algn="l" fontAlgn="b"/>
                      <a:r>
                        <a:rPr lang="en-US" sz="1100" b="0" i="0" u="none" strike="noStrike">
                          <a:solidFill>
                            <a:srgbClr val="000000"/>
                          </a:solidFill>
                          <a:effectLst/>
                          <a:latin typeface="Calibri"/>
                        </a:rPr>
                        <a:t>Beneficiary Camp</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AYSAITA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20391</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endParaRPr lang="en-US" sz="1100" b="0" i="0" u="none" strike="noStrike">
                        <a:solidFill>
                          <a:srgbClr val="000000"/>
                        </a:solidFill>
                        <a:effectLst/>
                        <a:latin typeface="Calibri"/>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4"/>
                  </a:ext>
                </a:extLst>
              </a:tr>
              <a:tr h="177800">
                <a:tc>
                  <a:txBody>
                    <a:bodyPr/>
                    <a:lstStyle/>
                    <a:p>
                      <a:pPr algn="l" fontAlgn="b"/>
                      <a:r>
                        <a:rPr lang="en-US" sz="1100" b="0" i="0" u="none" strike="noStrike">
                          <a:solidFill>
                            <a:srgbClr val="000000"/>
                          </a:solidFill>
                          <a:effectLst/>
                          <a:latin typeface="Calibri"/>
                        </a:rPr>
                        <a:t>Beneficiary Camp</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BAMBASI</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31554</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endParaRPr lang="en-US" sz="1100" b="0" i="0" u="none" strike="noStrike">
                        <a:solidFill>
                          <a:srgbClr val="000000"/>
                        </a:solidFill>
                        <a:effectLst/>
                        <a:latin typeface="Calibri"/>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5"/>
                  </a:ext>
                </a:extLst>
              </a:tr>
              <a:tr h="177800">
                <a:tc>
                  <a:txBody>
                    <a:bodyPr/>
                    <a:lstStyle/>
                    <a:p>
                      <a:pPr algn="l" fontAlgn="b"/>
                      <a:r>
                        <a:rPr lang="en-US" sz="1100" b="0" i="0" u="none" strike="noStrike">
                          <a:solidFill>
                            <a:srgbClr val="000000"/>
                          </a:solidFill>
                          <a:effectLst/>
                          <a:latin typeface="Calibri"/>
                        </a:rPr>
                        <a:t>Beneficiary Camp</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BERHALE</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17672</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endParaRPr lang="en-US" sz="1100" b="0" i="0" u="none" strike="noStrike">
                        <a:solidFill>
                          <a:srgbClr val="000000"/>
                        </a:solidFill>
                        <a:effectLst/>
                        <a:latin typeface="Calibri"/>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6"/>
                  </a:ext>
                </a:extLst>
              </a:tr>
              <a:tr h="177800">
                <a:tc>
                  <a:txBody>
                    <a:bodyPr/>
                    <a:lstStyle/>
                    <a:p>
                      <a:pPr algn="l" fontAlgn="b"/>
                      <a:r>
                        <a:rPr lang="en-US" sz="1100" b="0" i="0" u="none" strike="noStrike">
                          <a:solidFill>
                            <a:srgbClr val="000000"/>
                          </a:solidFill>
                          <a:effectLst/>
                          <a:latin typeface="Calibri"/>
                        </a:rPr>
                        <a:t>Beneficiary Camp</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DILLO</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2508</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endParaRPr lang="en-US" sz="1100" b="0" i="0" u="none" strike="noStrike">
                        <a:solidFill>
                          <a:srgbClr val="000000"/>
                        </a:solidFill>
                        <a:effectLst/>
                        <a:latin typeface="Calibri"/>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7"/>
                  </a:ext>
                </a:extLst>
              </a:tr>
              <a:tr h="177800">
                <a:tc>
                  <a:txBody>
                    <a:bodyPr/>
                    <a:lstStyle/>
                    <a:p>
                      <a:pPr algn="l" fontAlgn="b"/>
                      <a:r>
                        <a:rPr lang="en-US" sz="1100" b="0" i="0" u="none" strike="noStrike">
                          <a:solidFill>
                            <a:srgbClr val="000000"/>
                          </a:solidFill>
                          <a:effectLst/>
                          <a:latin typeface="Calibri"/>
                        </a:rPr>
                        <a:t>Beneficiary Camp</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HITSATS</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23434</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endParaRPr lang="en-US" sz="1100" b="0" i="0" u="none" strike="noStrike">
                        <a:solidFill>
                          <a:srgbClr val="000000"/>
                        </a:solidFill>
                        <a:effectLst/>
                        <a:latin typeface="Calibri"/>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8"/>
                  </a:ext>
                </a:extLst>
              </a:tr>
              <a:tr h="177800">
                <a:tc>
                  <a:txBody>
                    <a:bodyPr/>
                    <a:lstStyle/>
                    <a:p>
                      <a:pPr algn="l" fontAlgn="b"/>
                      <a:r>
                        <a:rPr lang="en-US" sz="1100" b="0" i="0" u="none" strike="noStrike">
                          <a:solidFill>
                            <a:srgbClr val="000000"/>
                          </a:solidFill>
                          <a:effectLst/>
                          <a:latin typeface="Calibri"/>
                        </a:rPr>
                        <a:t>Beneficiary Camp</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KEBRIBAYA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31659</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endParaRPr lang="en-US" sz="1100" b="0" i="0" u="none" strike="noStrike">
                        <a:solidFill>
                          <a:srgbClr val="000000"/>
                        </a:solidFill>
                        <a:effectLst/>
                        <a:latin typeface="Calibri"/>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9"/>
                  </a:ext>
                </a:extLst>
              </a:tr>
              <a:tr h="177800">
                <a:tc>
                  <a:txBody>
                    <a:bodyPr/>
                    <a:lstStyle/>
                    <a:p>
                      <a:pPr algn="l" fontAlgn="b"/>
                      <a:r>
                        <a:rPr lang="en-US" sz="1100" b="0" i="0" u="none" strike="noStrike">
                          <a:solidFill>
                            <a:srgbClr val="000000"/>
                          </a:solidFill>
                          <a:effectLst/>
                          <a:latin typeface="Calibri"/>
                        </a:rPr>
                        <a:t>Beneficiary Camp</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KULE</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93792</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endParaRPr lang="en-US" sz="1100" b="0" i="0" u="none" strike="noStrike">
                        <a:solidFill>
                          <a:srgbClr val="000000"/>
                        </a:solidFill>
                        <a:effectLst/>
                        <a:latin typeface="Calibri"/>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0"/>
                  </a:ext>
                </a:extLst>
              </a:tr>
              <a:tr h="177800">
                <a:tc>
                  <a:txBody>
                    <a:bodyPr/>
                    <a:lstStyle/>
                    <a:p>
                      <a:pPr algn="l" fontAlgn="b"/>
                      <a:r>
                        <a:rPr lang="en-US" sz="1100" b="0" i="0" u="none" strike="noStrike">
                          <a:solidFill>
                            <a:srgbClr val="000000"/>
                          </a:solidFill>
                          <a:effectLst/>
                          <a:latin typeface="Calibri"/>
                        </a:rPr>
                        <a:t>Beneficiary Camp</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MAI-AINI</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24368</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endParaRPr lang="en-US" sz="1100" b="0" i="0" u="none" strike="noStrike">
                        <a:solidFill>
                          <a:srgbClr val="000000"/>
                        </a:solidFill>
                        <a:effectLst/>
                        <a:latin typeface="Calibri"/>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1"/>
                  </a:ext>
                </a:extLst>
              </a:tr>
              <a:tr h="177800">
                <a:tc>
                  <a:txBody>
                    <a:bodyPr/>
                    <a:lstStyle/>
                    <a:p>
                      <a:pPr algn="l" fontAlgn="b"/>
                      <a:r>
                        <a:rPr lang="en-US" sz="1100" b="0" i="0" u="none" strike="noStrike">
                          <a:solidFill>
                            <a:srgbClr val="000000"/>
                          </a:solidFill>
                          <a:effectLst/>
                          <a:latin typeface="Calibri"/>
                        </a:rPr>
                        <a:t>Beneficiary Camp</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MEGADO</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4162</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endParaRPr lang="en-US" sz="1100" b="0" i="0" u="none" strike="noStrike">
                        <a:solidFill>
                          <a:srgbClr val="000000"/>
                        </a:solidFill>
                        <a:effectLst/>
                        <a:latin typeface="Calibri"/>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2"/>
                  </a:ext>
                </a:extLst>
              </a:tr>
              <a:tr h="177800">
                <a:tc>
                  <a:txBody>
                    <a:bodyPr/>
                    <a:lstStyle/>
                    <a:p>
                      <a:pPr algn="l" fontAlgn="b"/>
                      <a:r>
                        <a:rPr lang="en-US" sz="1100" b="0" i="0" u="none" strike="noStrike">
                          <a:solidFill>
                            <a:srgbClr val="000000"/>
                          </a:solidFill>
                          <a:effectLst/>
                          <a:latin typeface="Calibri"/>
                        </a:rPr>
                        <a:t>Beneficiary Camp</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OKUGO</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13877</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endParaRPr lang="en-US" sz="1100" b="0" i="0" u="none" strike="noStrike">
                        <a:solidFill>
                          <a:srgbClr val="000000"/>
                        </a:solidFill>
                        <a:effectLst/>
                        <a:latin typeface="Calibri"/>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3"/>
                  </a:ext>
                </a:extLst>
              </a:tr>
              <a:tr h="177800">
                <a:tc>
                  <a:txBody>
                    <a:bodyPr/>
                    <a:lstStyle/>
                    <a:p>
                      <a:pPr algn="l" fontAlgn="b"/>
                      <a:r>
                        <a:rPr lang="en-US" sz="1100" b="0" i="0" u="none" strike="noStrike">
                          <a:solidFill>
                            <a:srgbClr val="000000"/>
                          </a:solidFill>
                          <a:effectLst/>
                          <a:latin typeface="Calibri"/>
                        </a:rPr>
                        <a:t>Beneficiary Camp</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PUGNIDO</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149319</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endParaRPr lang="en-US" sz="1100" b="0" i="0" u="none" strike="noStrike">
                        <a:solidFill>
                          <a:srgbClr val="000000"/>
                        </a:solidFill>
                        <a:effectLst/>
                        <a:latin typeface="Calibri"/>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4"/>
                  </a:ext>
                </a:extLst>
              </a:tr>
              <a:tr h="177800">
                <a:tc>
                  <a:txBody>
                    <a:bodyPr/>
                    <a:lstStyle/>
                    <a:p>
                      <a:pPr algn="l" fontAlgn="b"/>
                      <a:r>
                        <a:rPr lang="en-US" sz="1100" b="0" i="0" u="none" strike="noStrike">
                          <a:solidFill>
                            <a:srgbClr val="000000"/>
                          </a:solidFill>
                          <a:effectLst/>
                          <a:latin typeface="Calibri"/>
                        </a:rPr>
                        <a:t>Beneficiary Camp</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SHEDER</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24571</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endParaRPr lang="en-US" sz="1100" b="0" i="0" u="none" strike="noStrike">
                        <a:solidFill>
                          <a:srgbClr val="000000"/>
                        </a:solidFill>
                        <a:effectLst/>
                        <a:latin typeface="Calibri"/>
                      </a:endParaRP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dirty="0">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5"/>
                  </a:ext>
                </a:extLst>
              </a:tr>
            </a:tbl>
          </a:graphicData>
        </a:graphic>
      </p:graphicFrame>
      <p:pic>
        <p:nvPicPr>
          <p:cNvPr id="5" name="Picture 4" descr="Screen Shot 2016-02-02 at 20.52.53.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1800" y="0"/>
            <a:ext cx="2362200" cy="2329543"/>
          </a:xfrm>
          <a:prstGeom prst="rect">
            <a:avLst/>
          </a:prstGeom>
        </p:spPr>
      </p:pic>
    </p:spTree>
    <p:extLst>
      <p:ext uri="{BB962C8B-B14F-4D97-AF65-F5344CB8AC3E}">
        <p14:creationId xmlns:p14="http://schemas.microsoft.com/office/powerpoint/2010/main" val="325399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Food &amp; Nutrients</a:t>
            </a:r>
          </a:p>
        </p:txBody>
      </p:sp>
      <p:sp>
        <p:nvSpPr>
          <p:cNvPr id="3" name="Content Placeholder 2"/>
          <p:cNvSpPr>
            <a:spLocks noGrp="1"/>
          </p:cNvSpPr>
          <p:nvPr>
            <p:ph idx="1"/>
          </p:nvPr>
        </p:nvSpPr>
        <p:spPr/>
        <p:txBody>
          <a:bodyPr/>
          <a:lstStyle/>
          <a:p>
            <a:r>
              <a:rPr lang="en-US" dirty="0"/>
              <a:t>There are several types of food (commodity) you can buy:</a:t>
            </a:r>
          </a:p>
          <a:p>
            <a:endParaRPr lang="en-US" dirty="0"/>
          </a:p>
          <a:p>
            <a:endParaRPr lang="en-US" dirty="0"/>
          </a:p>
          <a:p>
            <a:endParaRPr lang="en-US" dirty="0"/>
          </a:p>
          <a:p>
            <a:endParaRPr lang="en-US" dirty="0"/>
          </a:p>
          <a:p>
            <a:r>
              <a:rPr lang="en-US" dirty="0"/>
              <a:t>People need certain nutritional values:</a:t>
            </a:r>
          </a:p>
          <a:p>
            <a:pPr marL="0" indent="0">
              <a:buNone/>
            </a:pPr>
            <a:endParaRPr lang="en-US" dirty="0"/>
          </a:p>
          <a:p>
            <a:endParaRPr lang="en-US" dirty="0"/>
          </a:p>
          <a:p>
            <a:endParaRPr lang="en-US" dirty="0"/>
          </a:p>
          <a:p>
            <a:endParaRPr lang="en-US" dirty="0"/>
          </a:p>
          <a:p>
            <a:endParaRPr lang="en-US" dirty="0"/>
          </a:p>
        </p:txBody>
      </p:sp>
      <p:pic>
        <p:nvPicPr>
          <p:cNvPr id="7" name="Picture 6"/>
          <p:cNvPicPr>
            <a:picLocks noChangeAspect="1"/>
          </p:cNvPicPr>
          <p:nvPr/>
        </p:nvPicPr>
        <p:blipFill>
          <a:blip r:embed="rId2"/>
          <a:stretch>
            <a:fillRect/>
          </a:stretch>
        </p:blipFill>
        <p:spPr>
          <a:xfrm>
            <a:off x="7086600" y="5105400"/>
            <a:ext cx="1911246" cy="1143000"/>
          </a:xfrm>
          <a:prstGeom prst="rect">
            <a:avLst/>
          </a:prstGeom>
        </p:spPr>
      </p:pic>
      <p:pic>
        <p:nvPicPr>
          <p:cNvPr id="8" name="Picture 7"/>
          <p:cNvPicPr>
            <a:picLocks noChangeAspect="1"/>
          </p:cNvPicPr>
          <p:nvPr/>
        </p:nvPicPr>
        <p:blipFill>
          <a:blip r:embed="rId3"/>
          <a:stretch>
            <a:fillRect/>
          </a:stretch>
        </p:blipFill>
        <p:spPr>
          <a:xfrm>
            <a:off x="838200" y="1676400"/>
            <a:ext cx="1143000" cy="1717623"/>
          </a:xfrm>
          <a:prstGeom prst="rect">
            <a:avLst/>
          </a:prstGeom>
        </p:spPr>
      </p:pic>
      <p:pic>
        <p:nvPicPr>
          <p:cNvPr id="9" name="Picture 8"/>
          <p:cNvPicPr>
            <a:picLocks noChangeAspect="1"/>
          </p:cNvPicPr>
          <p:nvPr/>
        </p:nvPicPr>
        <p:blipFill>
          <a:blip r:embed="rId4"/>
          <a:stretch>
            <a:fillRect/>
          </a:stretch>
        </p:blipFill>
        <p:spPr>
          <a:xfrm>
            <a:off x="4114800" y="1600200"/>
            <a:ext cx="2057400" cy="1369106"/>
          </a:xfrm>
          <a:prstGeom prst="rect">
            <a:avLst/>
          </a:prstGeom>
        </p:spPr>
      </p:pic>
      <p:pic>
        <p:nvPicPr>
          <p:cNvPr id="10" name="Picture 9"/>
          <p:cNvPicPr>
            <a:picLocks noChangeAspect="1"/>
          </p:cNvPicPr>
          <p:nvPr/>
        </p:nvPicPr>
        <p:blipFill>
          <a:blip r:embed="rId5"/>
          <a:stretch>
            <a:fillRect/>
          </a:stretch>
        </p:blipFill>
        <p:spPr>
          <a:xfrm>
            <a:off x="2819400" y="1676400"/>
            <a:ext cx="1118728" cy="1485900"/>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878599471"/>
              </p:ext>
            </p:extLst>
          </p:nvPr>
        </p:nvGraphicFramePr>
        <p:xfrm>
          <a:off x="7010400" y="1676400"/>
          <a:ext cx="1955800" cy="2717800"/>
        </p:xfrm>
        <a:graphic>
          <a:graphicData uri="http://schemas.openxmlformats.org/drawingml/2006/table">
            <a:tbl>
              <a:tblPr/>
              <a:tblGrid>
                <a:gridCol w="1955800">
                  <a:extLst>
                    <a:ext uri="{9D8B030D-6E8A-4147-A177-3AD203B41FA5}">
                      <a16:colId xmlns:a16="http://schemas.microsoft.com/office/drawing/2014/main" val="20000"/>
                    </a:ext>
                  </a:extLst>
                </a:gridCol>
              </a:tblGrid>
              <a:tr h="228600">
                <a:tc>
                  <a:txBody>
                    <a:bodyPr/>
                    <a:lstStyle/>
                    <a:p>
                      <a:pPr algn="ctr" fontAlgn="ctr"/>
                      <a:r>
                        <a:rPr lang="en-US" sz="1400" b="1" i="0" u="none" strike="noStrike">
                          <a:solidFill>
                            <a:srgbClr val="FFFFFF"/>
                          </a:solidFill>
                          <a:effectLst/>
                          <a:latin typeface="Calibri"/>
                        </a:rPr>
                        <a:t>Commodity</a:t>
                      </a:r>
                    </a:p>
                  </a:txBody>
                  <a:tcPr marL="0" marR="0" marT="0" marB="0" anchor="ctr">
                    <a:lnL>
                      <a:noFill/>
                    </a:lnL>
                    <a:lnR>
                      <a:noFill/>
                    </a:lnR>
                    <a:lnT>
                      <a:noFill/>
                    </a:lnT>
                    <a:lnB w="635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177800">
                <a:tc>
                  <a:txBody>
                    <a:bodyPr/>
                    <a:lstStyle/>
                    <a:p>
                      <a:pPr algn="l" fontAlgn="b"/>
                      <a:r>
                        <a:rPr lang="en-US" sz="1100" b="0" i="0" u="none" strike="noStrike">
                          <a:solidFill>
                            <a:srgbClr val="000000"/>
                          </a:solidFill>
                          <a:effectLst/>
                          <a:latin typeface="Calibri"/>
                        </a:rPr>
                        <a:t>SORGHUM/MILLET</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1"/>
                  </a:ext>
                </a:extLst>
              </a:tr>
              <a:tr h="177800">
                <a:tc>
                  <a:txBody>
                    <a:bodyPr/>
                    <a:lstStyle/>
                    <a:p>
                      <a:pPr algn="l" fontAlgn="b"/>
                      <a:r>
                        <a:rPr lang="en-US" sz="1100" b="0" i="0" u="none" strike="noStrike">
                          <a:solidFill>
                            <a:srgbClr val="000000"/>
                          </a:solidFill>
                          <a:effectLst/>
                          <a:latin typeface="Calibri"/>
                        </a:rPr>
                        <a:t>MAIZE</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2"/>
                  </a:ext>
                </a:extLst>
              </a:tr>
              <a:tr h="177800">
                <a:tc>
                  <a:txBody>
                    <a:bodyPr/>
                    <a:lstStyle/>
                    <a:p>
                      <a:pPr algn="l" fontAlgn="b"/>
                      <a:r>
                        <a:rPr lang="en-US" sz="1100" b="0" i="0" u="none" strike="noStrike">
                          <a:solidFill>
                            <a:srgbClr val="000000"/>
                          </a:solidFill>
                          <a:effectLst/>
                          <a:latin typeface="Calibri"/>
                        </a:rPr>
                        <a:t>WHEAT</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3"/>
                  </a:ext>
                </a:extLst>
              </a:tr>
              <a:tr h="177800">
                <a:tc>
                  <a:txBody>
                    <a:bodyPr/>
                    <a:lstStyle/>
                    <a:p>
                      <a:pPr algn="l" fontAlgn="b"/>
                      <a:r>
                        <a:rPr lang="en-US" sz="1100" b="0" i="0" u="none" strike="noStrike">
                          <a:solidFill>
                            <a:srgbClr val="000000"/>
                          </a:solidFill>
                          <a:effectLst/>
                          <a:latin typeface="Calibri"/>
                        </a:rPr>
                        <a:t>RICE</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4"/>
                  </a:ext>
                </a:extLst>
              </a:tr>
              <a:tr h="177800">
                <a:tc>
                  <a:txBody>
                    <a:bodyPr/>
                    <a:lstStyle/>
                    <a:p>
                      <a:pPr algn="l" fontAlgn="b"/>
                      <a:r>
                        <a:rPr lang="en-US" sz="1100" b="0" i="0" u="none" strike="noStrike">
                          <a:solidFill>
                            <a:srgbClr val="000000"/>
                          </a:solidFill>
                          <a:effectLst/>
                          <a:latin typeface="Calibri"/>
                        </a:rPr>
                        <a:t>WHEAT FLOUR</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5"/>
                  </a:ext>
                </a:extLst>
              </a:tr>
              <a:tr h="177800">
                <a:tc>
                  <a:txBody>
                    <a:bodyPr/>
                    <a:lstStyle/>
                    <a:p>
                      <a:pPr algn="l" fontAlgn="b"/>
                      <a:r>
                        <a:rPr lang="en-US" sz="1100" b="0" i="0" u="none" strike="noStrike">
                          <a:solidFill>
                            <a:srgbClr val="000000"/>
                          </a:solidFill>
                          <a:effectLst/>
                          <a:latin typeface="Calibri"/>
                        </a:rPr>
                        <a:t>IODISED SALT</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6"/>
                  </a:ext>
                </a:extLst>
              </a:tr>
              <a:tr h="177800">
                <a:tc>
                  <a:txBody>
                    <a:bodyPr/>
                    <a:lstStyle/>
                    <a:p>
                      <a:pPr algn="l" fontAlgn="b"/>
                      <a:r>
                        <a:rPr lang="en-US" sz="1100" b="0" i="0" u="none" strike="noStrike">
                          <a:solidFill>
                            <a:srgbClr val="000000"/>
                          </a:solidFill>
                          <a:effectLst/>
                          <a:latin typeface="Calibri"/>
                        </a:rPr>
                        <a:t>SUGAR</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7"/>
                  </a:ext>
                </a:extLst>
              </a:tr>
              <a:tr h="177800">
                <a:tc>
                  <a:txBody>
                    <a:bodyPr/>
                    <a:lstStyle/>
                    <a:p>
                      <a:pPr algn="l" fontAlgn="b"/>
                      <a:r>
                        <a:rPr lang="en-US" sz="1100" b="0" i="0" u="none" strike="noStrike">
                          <a:solidFill>
                            <a:srgbClr val="000000"/>
                          </a:solidFill>
                          <a:effectLst/>
                          <a:latin typeface="Calibri"/>
                        </a:rPr>
                        <a:t>VEGETABLE OIL</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8"/>
                  </a:ext>
                </a:extLst>
              </a:tr>
              <a:tr h="177800">
                <a:tc>
                  <a:txBody>
                    <a:bodyPr/>
                    <a:lstStyle/>
                    <a:p>
                      <a:pPr algn="l" fontAlgn="b"/>
                      <a:r>
                        <a:rPr lang="en-US" sz="1100" b="0" i="0" u="none" strike="noStrike">
                          <a:solidFill>
                            <a:srgbClr val="000000"/>
                          </a:solidFill>
                          <a:effectLst/>
                          <a:latin typeface="Calibri"/>
                        </a:rPr>
                        <a:t>SPLIT PEAS</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9"/>
                  </a:ext>
                </a:extLst>
              </a:tr>
              <a:tr h="177800">
                <a:tc>
                  <a:txBody>
                    <a:bodyPr/>
                    <a:lstStyle/>
                    <a:p>
                      <a:pPr algn="l" fontAlgn="b"/>
                      <a:r>
                        <a:rPr lang="en-US" sz="1100" b="0" i="0" u="none" strike="noStrike">
                          <a:solidFill>
                            <a:srgbClr val="000000"/>
                          </a:solidFill>
                          <a:effectLst/>
                          <a:latin typeface="Calibri"/>
                        </a:rPr>
                        <a:t>LENTILS</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0"/>
                  </a:ext>
                </a:extLst>
              </a:tr>
              <a:tr h="177800">
                <a:tc>
                  <a:txBody>
                    <a:bodyPr/>
                    <a:lstStyle/>
                    <a:p>
                      <a:pPr algn="l" fontAlgn="b"/>
                      <a:r>
                        <a:rPr lang="en-US" sz="1100" b="0" i="0" u="none" strike="noStrike">
                          <a:solidFill>
                            <a:srgbClr val="000000"/>
                          </a:solidFill>
                          <a:effectLst/>
                          <a:latin typeface="Calibri"/>
                        </a:rPr>
                        <a:t>BEANS</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1"/>
                  </a:ext>
                </a:extLst>
              </a:tr>
              <a:tr h="177800">
                <a:tc>
                  <a:txBody>
                    <a:bodyPr/>
                    <a:lstStyle/>
                    <a:p>
                      <a:pPr algn="l" fontAlgn="b"/>
                      <a:r>
                        <a:rPr lang="en-US" sz="1100" b="0" i="0" u="none" strike="noStrike">
                          <a:solidFill>
                            <a:srgbClr val="000000"/>
                          </a:solidFill>
                          <a:effectLst/>
                          <a:latin typeface="Calibri"/>
                        </a:rPr>
                        <a:t>CHICKPEAS</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2"/>
                  </a:ext>
                </a:extLst>
              </a:tr>
              <a:tr h="177800">
                <a:tc>
                  <a:txBody>
                    <a:bodyPr/>
                    <a:lstStyle/>
                    <a:p>
                      <a:pPr algn="l" fontAlgn="b"/>
                      <a:r>
                        <a:rPr lang="en-US" sz="1100" b="0" i="0" u="none" strike="noStrike">
                          <a:solidFill>
                            <a:srgbClr val="000000"/>
                          </a:solidFill>
                          <a:effectLst/>
                          <a:latin typeface="Calibri"/>
                        </a:rPr>
                        <a:t>CORN SOYA BLEND</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3"/>
                  </a:ext>
                </a:extLst>
              </a:tr>
              <a:tr h="177800">
                <a:tc>
                  <a:txBody>
                    <a:bodyPr/>
                    <a:lstStyle/>
                    <a:p>
                      <a:pPr algn="l" fontAlgn="b"/>
                      <a:r>
                        <a:rPr lang="en-US" sz="1100" b="0" i="0" u="none" strike="noStrike" dirty="0">
                          <a:solidFill>
                            <a:srgbClr val="000000"/>
                          </a:solidFill>
                          <a:effectLst/>
                          <a:latin typeface="Calibri"/>
                        </a:rPr>
                        <a:t>HIGH ENERGY BISCUITS</a:t>
                      </a:r>
                    </a:p>
                  </a:txBody>
                  <a:tcPr marL="0" marR="0" marT="0" marB="0" anchor="b">
                    <a:lnL>
                      <a:noFill/>
                    </a:lnL>
                    <a:lnR>
                      <a:noFill/>
                    </a:lnR>
                    <a:lnT w="6350" cap="flat" cmpd="sng" algn="ctr">
                      <a:solidFill>
                        <a:srgbClr val="FFFFFF"/>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10014"/>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454330758"/>
              </p:ext>
            </p:extLst>
          </p:nvPr>
        </p:nvGraphicFramePr>
        <p:xfrm>
          <a:off x="838200" y="3886200"/>
          <a:ext cx="5130800" cy="2336800"/>
        </p:xfrm>
        <a:graphic>
          <a:graphicData uri="http://schemas.openxmlformats.org/drawingml/2006/table">
            <a:tbl>
              <a:tblPr/>
              <a:tblGrid>
                <a:gridCol w="1193800">
                  <a:extLst>
                    <a:ext uri="{9D8B030D-6E8A-4147-A177-3AD203B41FA5}">
                      <a16:colId xmlns:a16="http://schemas.microsoft.com/office/drawing/2014/main" val="20000"/>
                    </a:ext>
                  </a:extLst>
                </a:gridCol>
                <a:gridCol w="3937000">
                  <a:extLst>
                    <a:ext uri="{9D8B030D-6E8A-4147-A177-3AD203B41FA5}">
                      <a16:colId xmlns:a16="http://schemas.microsoft.com/office/drawing/2014/main" val="20001"/>
                    </a:ext>
                  </a:extLst>
                </a:gridCol>
              </a:tblGrid>
              <a:tr h="381000">
                <a:tc>
                  <a:txBody>
                    <a:bodyPr/>
                    <a:lstStyle/>
                    <a:p>
                      <a:pPr algn="ctr" fontAlgn="ctr"/>
                      <a:r>
                        <a:rPr lang="en-US" sz="1400" b="1" i="0" u="none" strike="noStrike">
                          <a:solidFill>
                            <a:srgbClr val="FFFFFF"/>
                          </a:solidFill>
                          <a:effectLst/>
                          <a:latin typeface="Calibri"/>
                        </a:rPr>
                        <a:t>Nutrient</a:t>
                      </a:r>
                    </a:p>
                  </a:txBody>
                  <a:tcPr marL="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tc>
                  <a:txBody>
                    <a:bodyPr/>
                    <a:lstStyle/>
                    <a:p>
                      <a:pPr algn="ctr" fontAlgn="ctr"/>
                      <a:r>
                        <a:rPr lang="en-US" sz="1400" b="1" i="0" u="none" strike="noStrike">
                          <a:solidFill>
                            <a:srgbClr val="FFFFFF"/>
                          </a:solidFill>
                          <a:effectLst/>
                          <a:latin typeface="Calibri"/>
                        </a:rPr>
                        <a:t>Nutritional daily requirements (different units)</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177800">
                <a:tc>
                  <a:txBody>
                    <a:bodyPr/>
                    <a:lstStyle/>
                    <a:p>
                      <a:pPr algn="l" fontAlgn="b"/>
                      <a:r>
                        <a:rPr lang="en-US" sz="1100" b="0" i="0" u="none" strike="noStrike">
                          <a:solidFill>
                            <a:srgbClr val="000000"/>
                          </a:solidFill>
                          <a:effectLst/>
                          <a:latin typeface="Calibri"/>
                        </a:rPr>
                        <a:t>Energy</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2.100,00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1"/>
                  </a:ext>
                </a:extLst>
              </a:tr>
              <a:tr h="177800">
                <a:tc>
                  <a:txBody>
                    <a:bodyPr/>
                    <a:lstStyle/>
                    <a:p>
                      <a:pPr algn="l" fontAlgn="b"/>
                      <a:r>
                        <a:rPr lang="en-US" sz="1100" b="0" i="0" u="none" strike="noStrike">
                          <a:solidFill>
                            <a:srgbClr val="000000"/>
                          </a:solidFill>
                          <a:effectLst/>
                          <a:latin typeface="Calibri"/>
                        </a:rPr>
                        <a:t>Protein</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52,50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2"/>
                  </a:ext>
                </a:extLst>
              </a:tr>
              <a:tr h="177800">
                <a:tc>
                  <a:txBody>
                    <a:bodyPr/>
                    <a:lstStyle/>
                    <a:p>
                      <a:pPr algn="l" fontAlgn="b"/>
                      <a:r>
                        <a:rPr lang="en-US" sz="1100" b="0" i="0" u="none" strike="noStrike">
                          <a:solidFill>
                            <a:srgbClr val="000000"/>
                          </a:solidFill>
                          <a:effectLst/>
                          <a:latin typeface="Calibri"/>
                        </a:rPr>
                        <a:t>Fat</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40,00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3"/>
                  </a:ext>
                </a:extLst>
              </a:tr>
              <a:tr h="177800">
                <a:tc>
                  <a:txBody>
                    <a:bodyPr/>
                    <a:lstStyle/>
                    <a:p>
                      <a:pPr algn="l" fontAlgn="b"/>
                      <a:r>
                        <a:rPr lang="en-US" sz="1100" b="0" i="0" u="none" strike="noStrike">
                          <a:solidFill>
                            <a:srgbClr val="000000"/>
                          </a:solidFill>
                          <a:effectLst/>
                          <a:latin typeface="Calibri"/>
                        </a:rPr>
                        <a:t>Calcium</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450,00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4"/>
                  </a:ext>
                </a:extLst>
              </a:tr>
              <a:tr h="177800">
                <a:tc>
                  <a:txBody>
                    <a:bodyPr/>
                    <a:lstStyle/>
                    <a:p>
                      <a:pPr algn="l" fontAlgn="b"/>
                      <a:r>
                        <a:rPr lang="en-US" sz="1100" b="0" i="0" u="none" strike="noStrike">
                          <a:solidFill>
                            <a:srgbClr val="000000"/>
                          </a:solidFill>
                          <a:effectLst/>
                          <a:latin typeface="Calibri"/>
                        </a:rPr>
                        <a:t>Iron</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22,00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5"/>
                  </a:ext>
                </a:extLst>
              </a:tr>
              <a:tr h="177800">
                <a:tc>
                  <a:txBody>
                    <a:bodyPr/>
                    <a:lstStyle/>
                    <a:p>
                      <a:pPr algn="l" fontAlgn="b"/>
                      <a:r>
                        <a:rPr lang="en-US" sz="1100" b="0" i="0" u="none" strike="noStrike">
                          <a:solidFill>
                            <a:srgbClr val="000000"/>
                          </a:solidFill>
                          <a:effectLst/>
                          <a:latin typeface="Calibri"/>
                        </a:rPr>
                        <a:t>Iodine</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150,00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6"/>
                  </a:ext>
                </a:extLst>
              </a:tr>
              <a:tr h="177800">
                <a:tc>
                  <a:txBody>
                    <a:bodyPr/>
                    <a:lstStyle/>
                    <a:p>
                      <a:pPr algn="l" fontAlgn="b"/>
                      <a:r>
                        <a:rPr lang="en-US" sz="1100" b="0" i="0" u="none" strike="noStrike">
                          <a:solidFill>
                            <a:srgbClr val="000000"/>
                          </a:solidFill>
                          <a:effectLst/>
                          <a:latin typeface="Calibri"/>
                        </a:rPr>
                        <a:t>Vit. A</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500,00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7"/>
                  </a:ext>
                </a:extLst>
              </a:tr>
              <a:tr h="177800">
                <a:tc>
                  <a:txBody>
                    <a:bodyPr/>
                    <a:lstStyle/>
                    <a:p>
                      <a:pPr algn="l" fontAlgn="b"/>
                      <a:r>
                        <a:rPr lang="en-US" sz="1100" b="0" i="0" u="none" strike="noStrike">
                          <a:solidFill>
                            <a:srgbClr val="000000"/>
                          </a:solidFill>
                          <a:effectLst/>
                          <a:latin typeface="Calibri"/>
                        </a:rPr>
                        <a:t>Thiamine</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0,90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8"/>
                  </a:ext>
                </a:extLst>
              </a:tr>
              <a:tr h="177800">
                <a:tc>
                  <a:txBody>
                    <a:bodyPr/>
                    <a:lstStyle/>
                    <a:p>
                      <a:pPr algn="l" fontAlgn="b"/>
                      <a:r>
                        <a:rPr lang="en-US" sz="1100" b="0" i="0" u="none" strike="noStrike">
                          <a:solidFill>
                            <a:srgbClr val="000000"/>
                          </a:solidFill>
                          <a:effectLst/>
                          <a:latin typeface="Calibri"/>
                        </a:rPr>
                        <a:t>Riboflavin</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1,40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9"/>
                  </a:ext>
                </a:extLst>
              </a:tr>
              <a:tr h="177800">
                <a:tc>
                  <a:txBody>
                    <a:bodyPr/>
                    <a:lstStyle/>
                    <a:p>
                      <a:pPr algn="l" fontAlgn="b"/>
                      <a:r>
                        <a:rPr lang="en-US" sz="1100" b="0" i="0" u="none" strike="noStrike">
                          <a:solidFill>
                            <a:srgbClr val="000000"/>
                          </a:solidFill>
                          <a:effectLst/>
                          <a:latin typeface="Calibri"/>
                        </a:rPr>
                        <a:t>Niacin</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13,86</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0"/>
                  </a:ext>
                </a:extLst>
              </a:tr>
              <a:tr h="177800">
                <a:tc>
                  <a:txBody>
                    <a:bodyPr/>
                    <a:lstStyle/>
                    <a:p>
                      <a:pPr algn="l" fontAlgn="b"/>
                      <a:r>
                        <a:rPr lang="en-US" sz="1100" b="0" i="0" u="none" strike="noStrike">
                          <a:solidFill>
                            <a:srgbClr val="000000"/>
                          </a:solidFill>
                          <a:effectLst/>
                          <a:latin typeface="Calibri"/>
                        </a:rPr>
                        <a:t>Vit. C</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B4C6E7"/>
                    </a:solidFill>
                  </a:tcPr>
                </a:tc>
                <a:tc>
                  <a:txBody>
                    <a:bodyPr/>
                    <a:lstStyle/>
                    <a:p>
                      <a:pPr algn="r" fontAlgn="b"/>
                      <a:r>
                        <a:rPr lang="en-US" sz="1100" b="0" i="0" u="none" strike="noStrike" dirty="0">
                          <a:solidFill>
                            <a:srgbClr val="000000"/>
                          </a:solidFill>
                          <a:effectLst/>
                          <a:latin typeface="Calibri"/>
                        </a:rPr>
                        <a:t>28,00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a:noFill/>
                    </a:lnB>
                    <a:solidFill>
                      <a:srgbClr val="B4C6E7"/>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092094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And the food contains these ingredients</a:t>
            </a:r>
          </a:p>
        </p:txBody>
      </p:sp>
      <p:sp>
        <p:nvSpPr>
          <p:cNvPr id="5" name="Content Placeholder 2"/>
          <p:cNvSpPr txBox="1">
            <a:spLocks/>
          </p:cNvSpPr>
          <p:nvPr/>
        </p:nvSpPr>
        <p:spPr bwMode="auto">
          <a:xfrm>
            <a:off x="457200" y="1235520"/>
            <a:ext cx="8229600" cy="14314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defTabSz="457200" rtl="0" eaLnBrk="0" fontAlgn="base" hangingPunct="0">
              <a:spcBef>
                <a:spcPct val="20000"/>
              </a:spcBef>
              <a:spcAft>
                <a:spcPts val="600"/>
              </a:spcAft>
              <a:buFont typeface="Arial" pitchFamily="34" charset="0"/>
              <a:buChar char="•"/>
              <a:defRPr sz="2000" kern="1200">
                <a:solidFill>
                  <a:schemeClr val="tx2"/>
                </a:solidFill>
                <a:latin typeface="ScalaSans"/>
                <a:ea typeface="ヒラギノ角ゴ Pro W3" pitchFamily="-109" charset="-128"/>
                <a:cs typeface="ScalaSans"/>
              </a:defRPr>
            </a:lvl1pPr>
            <a:lvl2pPr marL="742950" indent="-285750" algn="l" defTabSz="457200" rtl="0" eaLnBrk="0" fontAlgn="base" hangingPunct="0">
              <a:spcBef>
                <a:spcPct val="20000"/>
              </a:spcBef>
              <a:spcAft>
                <a:spcPts val="600"/>
              </a:spcAft>
              <a:buFont typeface="Arial"/>
              <a:buChar char="•"/>
              <a:defRPr sz="2000" kern="1200">
                <a:solidFill>
                  <a:schemeClr val="tx2"/>
                </a:solidFill>
                <a:latin typeface="ScalaSans"/>
                <a:ea typeface="ヒラギノ角ゴ Pro W3" pitchFamily="-109" charset="-128"/>
                <a:cs typeface="ScalaSans"/>
              </a:defRPr>
            </a:lvl2pPr>
            <a:lvl3pPr marL="1143000" indent="-228600" algn="l" defTabSz="457200" rtl="0" eaLnBrk="0" fontAlgn="base" hangingPunct="0">
              <a:spcBef>
                <a:spcPct val="20000"/>
              </a:spcBef>
              <a:spcAft>
                <a:spcPts val="600"/>
              </a:spcAft>
              <a:buFont typeface="Arial" pitchFamily="34" charset="0"/>
              <a:buChar char="•"/>
              <a:defRPr sz="2000" kern="1200">
                <a:solidFill>
                  <a:schemeClr val="tx2"/>
                </a:solidFill>
                <a:latin typeface="ScalaSans"/>
                <a:ea typeface="ヒラギノ角ゴ Pro W3" pitchFamily="-109" charset="-128"/>
                <a:cs typeface="ScalaSans"/>
              </a:defRPr>
            </a:lvl3pPr>
            <a:lvl4pPr marL="1600200" indent="-228600" algn="l" defTabSz="457200" rtl="0" eaLnBrk="0" fontAlgn="base" hangingPunct="0">
              <a:spcBef>
                <a:spcPct val="20000"/>
              </a:spcBef>
              <a:spcAft>
                <a:spcPct val="0"/>
              </a:spcAft>
              <a:buFont typeface="Arial" pitchFamily="34" charset="0"/>
              <a:buChar char="–"/>
              <a:defRPr kern="1200">
                <a:solidFill>
                  <a:srgbClr val="003366"/>
                </a:solidFill>
                <a:latin typeface="ScalaSans"/>
                <a:ea typeface="ヒラギノ角ゴ Pro W3" pitchFamily="-109" charset="-128"/>
                <a:cs typeface="ScalaSans"/>
              </a:defRPr>
            </a:lvl4pPr>
            <a:lvl5pPr marL="2057400" indent="-228600" algn="l" defTabSz="457200" rtl="0" eaLnBrk="0" fontAlgn="base" hangingPunct="0">
              <a:spcBef>
                <a:spcPct val="20000"/>
              </a:spcBef>
              <a:spcAft>
                <a:spcPct val="0"/>
              </a:spcAft>
              <a:buFont typeface="Arial" pitchFamily="34" charset="0"/>
              <a:buChar char="»"/>
              <a:defRPr kern="1200">
                <a:solidFill>
                  <a:srgbClr val="003366"/>
                </a:solidFill>
                <a:latin typeface="ScalaSans"/>
                <a:ea typeface="ヒラギノ角ゴ Pro W3" pitchFamily="-109" charset="-128"/>
                <a:cs typeface="ScalaSan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0" i="0" dirty="0"/>
              <a:t>Note that the nutritional values are in a certain value per 100 gr of the food!</a:t>
            </a:r>
          </a:p>
          <a:p>
            <a:pPr marL="0" indent="0">
              <a:buFont typeface="Arial" pitchFamily="34" charset="0"/>
              <a:buNone/>
            </a:pPr>
            <a:endParaRPr lang="en-US" b="0" i="0" dirty="0"/>
          </a:p>
          <a:p>
            <a:pPr marL="0" indent="0">
              <a:buNone/>
            </a:pPr>
            <a:endParaRPr lang="en-US" b="0" i="0"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524527868"/>
              </p:ext>
            </p:extLst>
          </p:nvPr>
        </p:nvGraphicFramePr>
        <p:xfrm>
          <a:off x="3733800" y="1828800"/>
          <a:ext cx="4642003" cy="4678374"/>
        </p:xfrm>
        <a:graphic>
          <a:graphicData uri="http://schemas.openxmlformats.org/drawingml/2006/table">
            <a:tbl>
              <a:tblPr/>
              <a:tblGrid>
                <a:gridCol w="1381693">
                  <a:extLst>
                    <a:ext uri="{9D8B030D-6E8A-4147-A177-3AD203B41FA5}">
                      <a16:colId xmlns:a16="http://schemas.microsoft.com/office/drawing/2014/main" val="20000"/>
                    </a:ext>
                  </a:extLst>
                </a:gridCol>
                <a:gridCol w="1381693">
                  <a:extLst>
                    <a:ext uri="{9D8B030D-6E8A-4147-A177-3AD203B41FA5}">
                      <a16:colId xmlns:a16="http://schemas.microsoft.com/office/drawing/2014/main" val="20001"/>
                    </a:ext>
                  </a:extLst>
                </a:gridCol>
                <a:gridCol w="1878617">
                  <a:extLst>
                    <a:ext uri="{9D8B030D-6E8A-4147-A177-3AD203B41FA5}">
                      <a16:colId xmlns:a16="http://schemas.microsoft.com/office/drawing/2014/main" val="20002"/>
                    </a:ext>
                  </a:extLst>
                </a:gridCol>
              </a:tblGrid>
              <a:tr h="436324">
                <a:tc>
                  <a:txBody>
                    <a:bodyPr/>
                    <a:lstStyle/>
                    <a:p>
                      <a:pPr algn="ctr" fontAlgn="ctr"/>
                      <a:r>
                        <a:rPr lang="en-US" sz="1300" b="1" i="0" u="none" strike="noStrike">
                          <a:solidFill>
                            <a:srgbClr val="FFFFFF"/>
                          </a:solidFill>
                          <a:effectLst/>
                          <a:latin typeface="Calibri"/>
                        </a:rPr>
                        <a:t>Commodity</a:t>
                      </a:r>
                    </a:p>
                  </a:txBody>
                  <a:tcPr marL="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tc>
                  <a:txBody>
                    <a:bodyPr/>
                    <a:lstStyle/>
                    <a:p>
                      <a:pPr algn="ctr" fontAlgn="ctr"/>
                      <a:r>
                        <a:rPr lang="en-US" sz="1300" b="1" i="0" u="none" strike="noStrike">
                          <a:solidFill>
                            <a:srgbClr val="FFFFFF"/>
                          </a:solidFill>
                          <a:effectLst/>
                          <a:latin typeface="Calibri"/>
                        </a:rPr>
                        <a:t>Nutrient</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tc>
                  <a:txBody>
                    <a:bodyPr/>
                    <a:lstStyle/>
                    <a:p>
                      <a:pPr algn="ctr" fontAlgn="ctr"/>
                      <a:r>
                        <a:rPr lang="en-US" sz="1300" b="1" i="0" u="none" strike="noStrike">
                          <a:solidFill>
                            <a:srgbClr val="FFFFFF"/>
                          </a:solidFill>
                          <a:effectLst/>
                          <a:latin typeface="Calibri"/>
                        </a:rPr>
                        <a:t>Nutritional value (value/100 gram)!!</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169682">
                <a:tc>
                  <a:txBody>
                    <a:bodyPr/>
                    <a:lstStyle/>
                    <a:p>
                      <a:pPr algn="l" fontAlgn="b"/>
                      <a:r>
                        <a:rPr lang="en-US" sz="1000" b="0" i="0" u="none" strike="noStrike">
                          <a:solidFill>
                            <a:srgbClr val="000000"/>
                          </a:solidFill>
                          <a:effectLst/>
                          <a:latin typeface="Calibri"/>
                        </a:rPr>
                        <a:t>Beans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000" b="0" i="0" u="none" strike="noStrike">
                          <a:solidFill>
                            <a:srgbClr val="000000"/>
                          </a:solidFill>
                          <a:effectLst/>
                          <a:latin typeface="Calibri"/>
                        </a:rPr>
                        <a:t>Energy</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000" b="0" i="0" u="none" strike="noStrike">
                          <a:solidFill>
                            <a:srgbClr val="000000"/>
                          </a:solidFill>
                          <a:effectLst/>
                          <a:latin typeface="Calibri"/>
                        </a:rPr>
                        <a:t>344,44</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1"/>
                  </a:ext>
                </a:extLst>
              </a:tr>
              <a:tr h="169682">
                <a:tc>
                  <a:txBody>
                    <a:bodyPr/>
                    <a:lstStyle/>
                    <a:p>
                      <a:pPr algn="l" fontAlgn="b"/>
                      <a:r>
                        <a:rPr lang="en-US" sz="1000" b="0" i="0" u="none" strike="noStrike">
                          <a:solidFill>
                            <a:srgbClr val="000000"/>
                          </a:solidFill>
                          <a:effectLst/>
                          <a:latin typeface="Calibri"/>
                        </a:rPr>
                        <a:t>Chickpeas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000" b="0" i="0" u="none" strike="noStrike">
                          <a:solidFill>
                            <a:srgbClr val="000000"/>
                          </a:solidFill>
                          <a:effectLst/>
                          <a:latin typeface="Calibri"/>
                        </a:rPr>
                        <a:t>Energy</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000" b="0" i="0" u="none" strike="noStrike">
                          <a:solidFill>
                            <a:srgbClr val="000000"/>
                          </a:solidFill>
                          <a:effectLst/>
                          <a:latin typeface="Calibri"/>
                        </a:rPr>
                        <a:t>364,00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2"/>
                  </a:ext>
                </a:extLst>
              </a:tr>
              <a:tr h="169682">
                <a:tc>
                  <a:txBody>
                    <a:bodyPr/>
                    <a:lstStyle/>
                    <a:p>
                      <a:pPr algn="l" fontAlgn="b"/>
                      <a:r>
                        <a:rPr lang="en-US" sz="1000" b="0" i="0" u="none" strike="noStrike">
                          <a:solidFill>
                            <a:srgbClr val="000000"/>
                          </a:solidFill>
                          <a:effectLst/>
                          <a:latin typeface="Calibri"/>
                        </a:rPr>
                        <a:t>Corn Soya Blend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000" b="0" i="0" u="none" strike="noStrike">
                          <a:solidFill>
                            <a:srgbClr val="000000"/>
                          </a:solidFill>
                          <a:effectLst/>
                          <a:latin typeface="Calibri"/>
                        </a:rPr>
                        <a:t>Energy</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000" b="0" i="0" u="none" strike="noStrike">
                          <a:solidFill>
                            <a:srgbClr val="000000"/>
                          </a:solidFill>
                          <a:effectLst/>
                          <a:latin typeface="Calibri"/>
                        </a:rPr>
                        <a:t>384,25</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3"/>
                  </a:ext>
                </a:extLst>
              </a:tr>
              <a:tr h="169682">
                <a:tc>
                  <a:txBody>
                    <a:bodyPr/>
                    <a:lstStyle/>
                    <a:p>
                      <a:pPr algn="l" fontAlgn="b"/>
                      <a:r>
                        <a:rPr lang="en-US" sz="1000" b="0" i="0" u="none" strike="noStrike">
                          <a:solidFill>
                            <a:srgbClr val="000000"/>
                          </a:solidFill>
                          <a:effectLst/>
                          <a:latin typeface="Calibri"/>
                        </a:rPr>
                        <a:t>High Energy Biscuit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000" b="0" i="0" u="none" strike="noStrike">
                          <a:solidFill>
                            <a:srgbClr val="000000"/>
                          </a:solidFill>
                          <a:effectLst/>
                          <a:latin typeface="Calibri"/>
                        </a:rPr>
                        <a:t>Energy</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000" b="0" i="0" u="none" strike="noStrike">
                          <a:solidFill>
                            <a:srgbClr val="000000"/>
                          </a:solidFill>
                          <a:effectLst/>
                          <a:latin typeface="Calibri"/>
                        </a:rPr>
                        <a:t>400,00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4"/>
                  </a:ext>
                </a:extLst>
              </a:tr>
              <a:tr h="169682">
                <a:tc>
                  <a:txBody>
                    <a:bodyPr/>
                    <a:lstStyle/>
                    <a:p>
                      <a:pPr algn="l" fontAlgn="b"/>
                      <a:r>
                        <a:rPr lang="en-US" sz="1000" b="0" i="0" u="none" strike="noStrike">
                          <a:solidFill>
                            <a:srgbClr val="000000"/>
                          </a:solidFill>
                          <a:effectLst/>
                          <a:latin typeface="Calibri"/>
                        </a:rPr>
                        <a:t>Iodised Salt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000" b="0" i="0" u="none" strike="noStrike">
                          <a:solidFill>
                            <a:srgbClr val="000000"/>
                          </a:solidFill>
                          <a:effectLst/>
                          <a:latin typeface="Calibri"/>
                        </a:rPr>
                        <a:t>Energy</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000" b="0" i="0" u="none" strike="noStrike">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5"/>
                  </a:ext>
                </a:extLst>
              </a:tr>
              <a:tr h="169682">
                <a:tc>
                  <a:txBody>
                    <a:bodyPr/>
                    <a:lstStyle/>
                    <a:p>
                      <a:pPr algn="l" fontAlgn="b"/>
                      <a:r>
                        <a:rPr lang="en-US" sz="1000" b="0" i="0" u="none" strike="noStrike">
                          <a:solidFill>
                            <a:srgbClr val="000000"/>
                          </a:solidFill>
                          <a:effectLst/>
                          <a:latin typeface="Calibri"/>
                        </a:rPr>
                        <a:t>Lentils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000" b="0" i="0" u="none" strike="noStrike">
                          <a:solidFill>
                            <a:srgbClr val="000000"/>
                          </a:solidFill>
                          <a:effectLst/>
                          <a:latin typeface="Calibri"/>
                        </a:rPr>
                        <a:t>Energy</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000" b="0" i="0" u="none" strike="noStrike">
                          <a:solidFill>
                            <a:srgbClr val="000000"/>
                          </a:solidFill>
                          <a:effectLst/>
                          <a:latin typeface="Calibri"/>
                        </a:rPr>
                        <a:t>338,00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6"/>
                  </a:ext>
                </a:extLst>
              </a:tr>
              <a:tr h="169682">
                <a:tc>
                  <a:txBody>
                    <a:bodyPr/>
                    <a:lstStyle/>
                    <a:p>
                      <a:pPr algn="l" fontAlgn="b"/>
                      <a:r>
                        <a:rPr lang="en-US" sz="1000" b="0" i="0" u="none" strike="noStrike">
                          <a:solidFill>
                            <a:srgbClr val="000000"/>
                          </a:solidFill>
                          <a:effectLst/>
                          <a:latin typeface="Calibri"/>
                        </a:rPr>
                        <a:t>Maize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000" b="0" i="0" u="none" strike="noStrike">
                          <a:solidFill>
                            <a:srgbClr val="000000"/>
                          </a:solidFill>
                          <a:effectLst/>
                          <a:latin typeface="Calibri"/>
                        </a:rPr>
                        <a:t>Energy</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000" b="0" i="0" u="none" strike="noStrike">
                          <a:solidFill>
                            <a:srgbClr val="000000"/>
                          </a:solidFill>
                          <a:effectLst/>
                          <a:latin typeface="Calibri"/>
                        </a:rPr>
                        <a:t>262,00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7"/>
                  </a:ext>
                </a:extLst>
              </a:tr>
              <a:tr h="169682">
                <a:tc>
                  <a:txBody>
                    <a:bodyPr/>
                    <a:lstStyle/>
                    <a:p>
                      <a:pPr algn="l" fontAlgn="b"/>
                      <a:r>
                        <a:rPr lang="en-US" sz="1000" b="0" i="0" u="none" strike="noStrike">
                          <a:solidFill>
                            <a:srgbClr val="000000"/>
                          </a:solidFill>
                          <a:effectLst/>
                          <a:latin typeface="Calibri"/>
                        </a:rPr>
                        <a:t>Rice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000" b="0" i="0" u="none" strike="noStrike">
                          <a:solidFill>
                            <a:srgbClr val="000000"/>
                          </a:solidFill>
                          <a:effectLst/>
                          <a:latin typeface="Calibri"/>
                        </a:rPr>
                        <a:t>Energy</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000" b="0" i="0" u="none" strike="noStrike">
                          <a:solidFill>
                            <a:srgbClr val="000000"/>
                          </a:solidFill>
                          <a:effectLst/>
                          <a:latin typeface="Calibri"/>
                        </a:rPr>
                        <a:t>362,36</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8"/>
                  </a:ext>
                </a:extLst>
              </a:tr>
              <a:tr h="169682">
                <a:tc>
                  <a:txBody>
                    <a:bodyPr/>
                    <a:lstStyle/>
                    <a:p>
                      <a:pPr algn="l" fontAlgn="b"/>
                      <a:r>
                        <a:rPr lang="en-US" sz="1000" b="0" i="0" u="none" strike="noStrike">
                          <a:solidFill>
                            <a:srgbClr val="000000"/>
                          </a:solidFill>
                          <a:effectLst/>
                          <a:latin typeface="Calibri"/>
                        </a:rPr>
                        <a:t>Sorghum/Millet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000" b="0" i="0" u="none" strike="noStrike">
                          <a:solidFill>
                            <a:srgbClr val="000000"/>
                          </a:solidFill>
                          <a:effectLst/>
                          <a:latin typeface="Calibri"/>
                        </a:rPr>
                        <a:t>Energy</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000" b="0" i="0" u="none" strike="noStrike">
                          <a:solidFill>
                            <a:srgbClr val="000000"/>
                          </a:solidFill>
                          <a:effectLst/>
                          <a:latin typeface="Calibri"/>
                        </a:rPr>
                        <a:t>335,00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9"/>
                  </a:ext>
                </a:extLst>
              </a:tr>
              <a:tr h="169682">
                <a:tc>
                  <a:txBody>
                    <a:bodyPr/>
                    <a:lstStyle/>
                    <a:p>
                      <a:pPr algn="l" fontAlgn="b"/>
                      <a:r>
                        <a:rPr lang="en-US" sz="1000" b="0" i="0" u="none" strike="noStrike">
                          <a:solidFill>
                            <a:srgbClr val="000000"/>
                          </a:solidFill>
                          <a:effectLst/>
                          <a:latin typeface="Calibri"/>
                        </a:rPr>
                        <a:t>Split Peas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000" b="0" i="0" u="none" strike="noStrike">
                          <a:solidFill>
                            <a:srgbClr val="000000"/>
                          </a:solidFill>
                          <a:effectLst/>
                          <a:latin typeface="Calibri"/>
                        </a:rPr>
                        <a:t>Energy</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000" b="0" i="0" u="none" strike="noStrike">
                          <a:solidFill>
                            <a:srgbClr val="000000"/>
                          </a:solidFill>
                          <a:effectLst/>
                          <a:latin typeface="Calibri"/>
                        </a:rPr>
                        <a:t>341,00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0"/>
                  </a:ext>
                </a:extLst>
              </a:tr>
              <a:tr h="169682">
                <a:tc>
                  <a:txBody>
                    <a:bodyPr/>
                    <a:lstStyle/>
                    <a:p>
                      <a:pPr algn="l" fontAlgn="b"/>
                      <a:r>
                        <a:rPr lang="en-US" sz="1000" b="0" i="0" u="none" strike="noStrike">
                          <a:solidFill>
                            <a:srgbClr val="000000"/>
                          </a:solidFill>
                          <a:effectLst/>
                          <a:latin typeface="Calibri"/>
                        </a:rPr>
                        <a:t>Sugar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000" b="0" i="0" u="none" strike="noStrike">
                          <a:solidFill>
                            <a:srgbClr val="000000"/>
                          </a:solidFill>
                          <a:effectLst/>
                          <a:latin typeface="Calibri"/>
                        </a:rPr>
                        <a:t>Energy</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000" b="0" i="0" u="none" strike="noStrike">
                          <a:solidFill>
                            <a:srgbClr val="000000"/>
                          </a:solidFill>
                          <a:effectLst/>
                          <a:latin typeface="Calibri"/>
                        </a:rPr>
                        <a:t>393,33</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1"/>
                  </a:ext>
                </a:extLst>
              </a:tr>
              <a:tr h="169682">
                <a:tc>
                  <a:txBody>
                    <a:bodyPr/>
                    <a:lstStyle/>
                    <a:p>
                      <a:pPr algn="l" fontAlgn="b"/>
                      <a:r>
                        <a:rPr lang="en-US" sz="1000" b="0" i="0" u="none" strike="noStrike">
                          <a:solidFill>
                            <a:srgbClr val="000000"/>
                          </a:solidFill>
                          <a:effectLst/>
                          <a:latin typeface="Calibri"/>
                        </a:rPr>
                        <a:t>Vegetable Oil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000" b="0" i="0" u="none" strike="noStrike">
                          <a:solidFill>
                            <a:srgbClr val="000000"/>
                          </a:solidFill>
                          <a:effectLst/>
                          <a:latin typeface="Calibri"/>
                        </a:rPr>
                        <a:t>Energy</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000" b="0" i="0" u="none" strike="noStrike">
                          <a:solidFill>
                            <a:srgbClr val="000000"/>
                          </a:solidFill>
                          <a:effectLst/>
                          <a:latin typeface="Calibri"/>
                        </a:rPr>
                        <a:t>882,40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2"/>
                  </a:ext>
                </a:extLst>
              </a:tr>
              <a:tr h="169682">
                <a:tc>
                  <a:txBody>
                    <a:bodyPr/>
                    <a:lstStyle/>
                    <a:p>
                      <a:pPr algn="l" fontAlgn="b"/>
                      <a:r>
                        <a:rPr lang="en-US" sz="1000" b="0" i="0" u="none" strike="noStrike">
                          <a:solidFill>
                            <a:srgbClr val="000000"/>
                          </a:solidFill>
                          <a:effectLst/>
                          <a:latin typeface="Calibri"/>
                        </a:rPr>
                        <a:t>Wheat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000" b="0" i="0" u="none" strike="noStrike">
                          <a:solidFill>
                            <a:srgbClr val="000000"/>
                          </a:solidFill>
                          <a:effectLst/>
                          <a:latin typeface="Calibri"/>
                        </a:rPr>
                        <a:t>Energy</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000" b="0" i="0" u="none" strike="noStrike">
                          <a:solidFill>
                            <a:srgbClr val="000000"/>
                          </a:solidFill>
                          <a:effectLst/>
                          <a:latin typeface="Calibri"/>
                        </a:rPr>
                        <a:t>330,00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3"/>
                  </a:ext>
                </a:extLst>
              </a:tr>
              <a:tr h="169682">
                <a:tc>
                  <a:txBody>
                    <a:bodyPr/>
                    <a:lstStyle/>
                    <a:p>
                      <a:pPr algn="l" fontAlgn="b"/>
                      <a:r>
                        <a:rPr lang="en-US" sz="1000" b="0" i="0" u="none" strike="noStrike">
                          <a:solidFill>
                            <a:srgbClr val="000000"/>
                          </a:solidFill>
                          <a:effectLst/>
                          <a:latin typeface="Calibri"/>
                        </a:rPr>
                        <a:t>Wheat Flour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000" b="0" i="0" u="none" strike="noStrike">
                          <a:solidFill>
                            <a:srgbClr val="000000"/>
                          </a:solidFill>
                          <a:effectLst/>
                          <a:latin typeface="Calibri"/>
                        </a:rPr>
                        <a:t>Energy</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000" b="0" i="0" u="none" strike="noStrike">
                          <a:solidFill>
                            <a:srgbClr val="000000"/>
                          </a:solidFill>
                          <a:effectLst/>
                          <a:latin typeface="Calibri"/>
                        </a:rPr>
                        <a:t>364,00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4"/>
                  </a:ext>
                </a:extLst>
              </a:tr>
              <a:tr h="169682">
                <a:tc>
                  <a:txBody>
                    <a:bodyPr/>
                    <a:lstStyle/>
                    <a:p>
                      <a:pPr algn="l" fontAlgn="b"/>
                      <a:r>
                        <a:rPr lang="en-US" sz="1000" b="0" i="0" u="none" strike="noStrike">
                          <a:solidFill>
                            <a:srgbClr val="000000"/>
                          </a:solidFill>
                          <a:effectLst/>
                          <a:latin typeface="Calibri"/>
                        </a:rPr>
                        <a:t>Beans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000" b="0" i="0" u="none" strike="noStrike">
                          <a:solidFill>
                            <a:srgbClr val="000000"/>
                          </a:solidFill>
                          <a:effectLst/>
                          <a:latin typeface="Calibri"/>
                        </a:rPr>
                        <a:t>Protein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000" b="0" i="0" u="none" strike="noStrike">
                          <a:solidFill>
                            <a:srgbClr val="000000"/>
                          </a:solidFill>
                          <a:effectLst/>
                          <a:latin typeface="Calibri"/>
                        </a:rPr>
                        <a:t>24,16</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5"/>
                  </a:ext>
                </a:extLst>
              </a:tr>
              <a:tr h="169682">
                <a:tc>
                  <a:txBody>
                    <a:bodyPr/>
                    <a:lstStyle/>
                    <a:p>
                      <a:pPr algn="l" fontAlgn="b"/>
                      <a:r>
                        <a:rPr lang="en-US" sz="1000" b="0" i="0" u="none" strike="noStrike">
                          <a:solidFill>
                            <a:srgbClr val="000000"/>
                          </a:solidFill>
                          <a:effectLst/>
                          <a:latin typeface="Calibri"/>
                        </a:rPr>
                        <a:t>Chickpeas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000" b="0" i="0" u="none" strike="noStrike">
                          <a:solidFill>
                            <a:srgbClr val="000000"/>
                          </a:solidFill>
                          <a:effectLst/>
                          <a:latin typeface="Calibri"/>
                        </a:rPr>
                        <a:t>Protein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000" b="0" i="0" u="none" strike="noStrike">
                          <a:solidFill>
                            <a:srgbClr val="000000"/>
                          </a:solidFill>
                          <a:effectLst/>
                          <a:latin typeface="Calibri"/>
                        </a:rPr>
                        <a:t>19,30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6"/>
                  </a:ext>
                </a:extLst>
              </a:tr>
              <a:tr h="169682">
                <a:tc>
                  <a:txBody>
                    <a:bodyPr/>
                    <a:lstStyle/>
                    <a:p>
                      <a:pPr algn="l" fontAlgn="b"/>
                      <a:r>
                        <a:rPr lang="en-US" sz="1000" b="0" i="0" u="none" strike="noStrike">
                          <a:solidFill>
                            <a:srgbClr val="000000"/>
                          </a:solidFill>
                          <a:effectLst/>
                          <a:latin typeface="Calibri"/>
                        </a:rPr>
                        <a:t>Corn Soya Blend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000" b="0" i="0" u="none" strike="noStrike">
                          <a:solidFill>
                            <a:srgbClr val="000000"/>
                          </a:solidFill>
                          <a:effectLst/>
                          <a:latin typeface="Calibri"/>
                        </a:rPr>
                        <a:t>Protein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000" b="0" i="0" u="none" strike="noStrike">
                          <a:solidFill>
                            <a:srgbClr val="000000"/>
                          </a:solidFill>
                          <a:effectLst/>
                          <a:latin typeface="Calibri"/>
                        </a:rPr>
                        <a:t>15,76</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7"/>
                  </a:ext>
                </a:extLst>
              </a:tr>
              <a:tr h="169682">
                <a:tc>
                  <a:txBody>
                    <a:bodyPr/>
                    <a:lstStyle/>
                    <a:p>
                      <a:pPr algn="l" fontAlgn="b"/>
                      <a:r>
                        <a:rPr lang="en-US" sz="1000" b="0" i="0" u="none" strike="noStrike">
                          <a:solidFill>
                            <a:srgbClr val="000000"/>
                          </a:solidFill>
                          <a:effectLst/>
                          <a:latin typeface="Calibri"/>
                        </a:rPr>
                        <a:t>High Energy Biscuit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000" b="0" i="0" u="none" strike="noStrike">
                          <a:solidFill>
                            <a:srgbClr val="000000"/>
                          </a:solidFill>
                          <a:effectLst/>
                          <a:latin typeface="Calibri"/>
                        </a:rPr>
                        <a:t>Protein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000" b="0" i="0" u="none" strike="noStrike">
                          <a:solidFill>
                            <a:srgbClr val="000000"/>
                          </a:solidFill>
                          <a:effectLst/>
                          <a:latin typeface="Calibri"/>
                        </a:rPr>
                        <a:t>9,00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8"/>
                  </a:ext>
                </a:extLst>
              </a:tr>
              <a:tr h="169682">
                <a:tc>
                  <a:txBody>
                    <a:bodyPr/>
                    <a:lstStyle/>
                    <a:p>
                      <a:pPr algn="l" fontAlgn="b"/>
                      <a:r>
                        <a:rPr lang="en-US" sz="1000" b="0" i="0" u="none" strike="noStrike">
                          <a:solidFill>
                            <a:srgbClr val="000000"/>
                          </a:solidFill>
                          <a:effectLst/>
                          <a:latin typeface="Calibri"/>
                        </a:rPr>
                        <a:t>Iodised Salt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000" b="0" i="0" u="none" strike="noStrike">
                          <a:solidFill>
                            <a:srgbClr val="000000"/>
                          </a:solidFill>
                          <a:effectLst/>
                          <a:latin typeface="Calibri"/>
                        </a:rPr>
                        <a:t>Protein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000" b="0" i="0" u="none" strike="noStrike">
                          <a:solidFill>
                            <a:srgbClr val="000000"/>
                          </a:solidFill>
                          <a:effectLst/>
                          <a:latin typeface="Calibri"/>
                        </a:rPr>
                        <a:t>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9"/>
                  </a:ext>
                </a:extLst>
              </a:tr>
              <a:tr h="169682">
                <a:tc>
                  <a:txBody>
                    <a:bodyPr/>
                    <a:lstStyle/>
                    <a:p>
                      <a:pPr algn="l" fontAlgn="b"/>
                      <a:r>
                        <a:rPr lang="en-US" sz="1000" b="0" i="0" u="none" strike="noStrike">
                          <a:solidFill>
                            <a:srgbClr val="000000"/>
                          </a:solidFill>
                          <a:effectLst/>
                          <a:latin typeface="Calibri"/>
                        </a:rPr>
                        <a:t>Lentils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000" b="0" i="0" u="none" strike="noStrike">
                          <a:solidFill>
                            <a:srgbClr val="000000"/>
                          </a:solidFill>
                          <a:effectLst/>
                          <a:latin typeface="Calibri"/>
                        </a:rPr>
                        <a:t>Protein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000" b="0" i="0" u="none" strike="noStrike">
                          <a:solidFill>
                            <a:srgbClr val="000000"/>
                          </a:solidFill>
                          <a:effectLst/>
                          <a:latin typeface="Calibri"/>
                        </a:rPr>
                        <a:t>28,10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20"/>
                  </a:ext>
                </a:extLst>
              </a:tr>
              <a:tr h="169682">
                <a:tc>
                  <a:txBody>
                    <a:bodyPr/>
                    <a:lstStyle/>
                    <a:p>
                      <a:pPr algn="l" fontAlgn="b"/>
                      <a:r>
                        <a:rPr lang="en-US" sz="1000" b="0" i="0" u="none" strike="noStrike">
                          <a:solidFill>
                            <a:srgbClr val="000000"/>
                          </a:solidFill>
                          <a:effectLst/>
                          <a:latin typeface="Calibri"/>
                        </a:rPr>
                        <a:t>Maize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000" b="0" i="0" u="none" strike="noStrike">
                          <a:solidFill>
                            <a:srgbClr val="000000"/>
                          </a:solidFill>
                          <a:effectLst/>
                          <a:latin typeface="Calibri"/>
                        </a:rPr>
                        <a:t>Protein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000" b="0" i="0" u="none" strike="noStrike">
                          <a:solidFill>
                            <a:srgbClr val="000000"/>
                          </a:solidFill>
                          <a:effectLst/>
                          <a:latin typeface="Calibri"/>
                        </a:rPr>
                        <a:t>7,74</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21"/>
                  </a:ext>
                </a:extLst>
              </a:tr>
              <a:tr h="169682">
                <a:tc>
                  <a:txBody>
                    <a:bodyPr/>
                    <a:lstStyle/>
                    <a:p>
                      <a:pPr algn="l" fontAlgn="b"/>
                      <a:r>
                        <a:rPr lang="en-US" sz="1000" b="0" i="0" u="none" strike="noStrike">
                          <a:solidFill>
                            <a:srgbClr val="000000"/>
                          </a:solidFill>
                          <a:effectLst/>
                          <a:latin typeface="Calibri"/>
                        </a:rPr>
                        <a:t>Rice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000" b="0" i="0" u="none" strike="noStrike">
                          <a:solidFill>
                            <a:srgbClr val="000000"/>
                          </a:solidFill>
                          <a:effectLst/>
                          <a:latin typeface="Calibri"/>
                        </a:rPr>
                        <a:t>Protein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000" b="0" i="0" u="none" strike="noStrike">
                          <a:solidFill>
                            <a:srgbClr val="000000"/>
                          </a:solidFill>
                          <a:effectLst/>
                          <a:latin typeface="Calibri"/>
                        </a:rPr>
                        <a:t>7,00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22"/>
                  </a:ext>
                </a:extLst>
              </a:tr>
              <a:tr h="169682">
                <a:tc>
                  <a:txBody>
                    <a:bodyPr/>
                    <a:lstStyle/>
                    <a:p>
                      <a:pPr algn="l" fontAlgn="b"/>
                      <a:r>
                        <a:rPr lang="en-US" sz="1000" b="0" i="0" u="none" strike="noStrike">
                          <a:solidFill>
                            <a:srgbClr val="000000"/>
                          </a:solidFill>
                          <a:effectLst/>
                          <a:latin typeface="Calibri"/>
                        </a:rPr>
                        <a:t>Sorghum/Millet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000" b="0" i="0" u="none" strike="noStrike">
                          <a:solidFill>
                            <a:srgbClr val="000000"/>
                          </a:solidFill>
                          <a:effectLst/>
                          <a:latin typeface="Calibri"/>
                        </a:rPr>
                        <a:t>Protein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000" b="0" i="0" u="none" strike="noStrike">
                          <a:solidFill>
                            <a:srgbClr val="000000"/>
                          </a:solidFill>
                          <a:effectLst/>
                          <a:latin typeface="Calibri"/>
                        </a:rPr>
                        <a:t>11,00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23"/>
                  </a:ext>
                </a:extLst>
              </a:tr>
              <a:tr h="169682">
                <a:tc>
                  <a:txBody>
                    <a:bodyPr/>
                    <a:lstStyle/>
                    <a:p>
                      <a:pPr algn="l" fontAlgn="b"/>
                      <a:r>
                        <a:rPr lang="en-US" sz="1000" b="0" i="0" u="none" strike="noStrike">
                          <a:solidFill>
                            <a:srgbClr val="000000"/>
                          </a:solidFill>
                          <a:effectLst/>
                          <a:latin typeface="Calibri"/>
                        </a:rPr>
                        <a:t>Split Peas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000" b="0" i="0" u="none" strike="noStrike">
                          <a:solidFill>
                            <a:srgbClr val="000000"/>
                          </a:solidFill>
                          <a:effectLst/>
                          <a:latin typeface="Calibri"/>
                        </a:rPr>
                        <a:t>Protein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000" b="0" i="0" u="none" strike="noStrike">
                          <a:solidFill>
                            <a:srgbClr val="000000"/>
                          </a:solidFill>
                          <a:effectLst/>
                          <a:latin typeface="Calibri"/>
                        </a:rPr>
                        <a:t>24,60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24"/>
                  </a:ext>
                </a:extLst>
              </a:tr>
              <a:tr h="169682">
                <a:tc>
                  <a:txBody>
                    <a:bodyPr/>
                    <a:lstStyle/>
                    <a:p>
                      <a:pPr algn="l" fontAlgn="b"/>
                      <a:r>
                        <a:rPr lang="en-US" sz="1000" b="0" i="0" u="none" strike="noStrike">
                          <a:solidFill>
                            <a:srgbClr val="000000"/>
                          </a:solidFill>
                          <a:effectLst/>
                          <a:latin typeface="Calibri"/>
                        </a:rPr>
                        <a:t>Sugar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000" b="0" i="0" u="none" strike="noStrike">
                          <a:solidFill>
                            <a:srgbClr val="000000"/>
                          </a:solidFill>
                          <a:effectLst/>
                          <a:latin typeface="Calibri"/>
                        </a:rPr>
                        <a:t>Protein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000" b="0" i="0" u="none" strike="noStrike" dirty="0">
                          <a:solidFill>
                            <a:srgbClr val="000000"/>
                          </a:solidFill>
                          <a:effectLst/>
                          <a:latin typeface="Calibri"/>
                        </a:rPr>
                        <a:t>0,03</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3652360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Supplying Countries</a:t>
            </a:r>
          </a:p>
        </p:txBody>
      </p:sp>
      <p:sp>
        <p:nvSpPr>
          <p:cNvPr id="4" name="Content Placeholder 2"/>
          <p:cNvSpPr>
            <a:spLocks noGrp="1"/>
          </p:cNvSpPr>
          <p:nvPr>
            <p:ph idx="1"/>
          </p:nvPr>
        </p:nvSpPr>
        <p:spPr/>
        <p:txBody>
          <a:bodyPr>
            <a:normAutofit/>
          </a:bodyPr>
          <a:lstStyle/>
          <a:p>
            <a:r>
              <a:rPr lang="en-US" dirty="0"/>
              <a:t>There are many supplying countries for the types of food</a:t>
            </a:r>
          </a:p>
          <a:p>
            <a:r>
              <a:rPr lang="en-US" dirty="0"/>
              <a:t>Note that not all food can be bought in every country</a:t>
            </a:r>
          </a:p>
          <a:p>
            <a:r>
              <a:rPr lang="en-US" dirty="0"/>
              <a:t>Furthermore, there is a maximum in metric tons that can be bought in the coming month</a:t>
            </a:r>
          </a:p>
          <a:p>
            <a:r>
              <a:rPr lang="en-US" dirty="0"/>
              <a:t>The cost to procure the food are specified in the last column</a:t>
            </a:r>
          </a:p>
          <a:p>
            <a:endParaRPr lang="en-US" dirty="0"/>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2418531805"/>
              </p:ext>
            </p:extLst>
          </p:nvPr>
        </p:nvGraphicFramePr>
        <p:xfrm>
          <a:off x="3124200" y="3657600"/>
          <a:ext cx="5638800" cy="2844800"/>
        </p:xfrm>
        <a:graphic>
          <a:graphicData uri="http://schemas.openxmlformats.org/drawingml/2006/table">
            <a:tbl>
              <a:tblPr/>
              <a:tblGrid>
                <a:gridCol w="1257300">
                  <a:extLst>
                    <a:ext uri="{9D8B030D-6E8A-4147-A177-3AD203B41FA5}">
                      <a16:colId xmlns:a16="http://schemas.microsoft.com/office/drawing/2014/main" val="20000"/>
                    </a:ext>
                  </a:extLst>
                </a:gridCol>
                <a:gridCol w="1587500">
                  <a:extLst>
                    <a:ext uri="{9D8B030D-6E8A-4147-A177-3AD203B41FA5}">
                      <a16:colId xmlns:a16="http://schemas.microsoft.com/office/drawing/2014/main" val="20001"/>
                    </a:ext>
                  </a:extLst>
                </a:gridCol>
                <a:gridCol w="1422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698500">
                <a:tc>
                  <a:txBody>
                    <a:bodyPr/>
                    <a:lstStyle/>
                    <a:p>
                      <a:pPr algn="ctr" fontAlgn="ctr"/>
                      <a:r>
                        <a:rPr lang="en-US" sz="1400" b="1" i="0" u="none" strike="noStrike">
                          <a:solidFill>
                            <a:srgbClr val="FFFFFF"/>
                          </a:solidFill>
                          <a:effectLst/>
                          <a:latin typeface="Calibri"/>
                        </a:rPr>
                        <a:t>Supplier</a:t>
                      </a:r>
                    </a:p>
                  </a:txBody>
                  <a:tcPr marL="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tc>
                  <a:txBody>
                    <a:bodyPr/>
                    <a:lstStyle/>
                    <a:p>
                      <a:pPr algn="ctr" fontAlgn="ctr"/>
                      <a:r>
                        <a:rPr lang="en-US" sz="1400" b="1" i="0" u="none" strike="noStrike">
                          <a:solidFill>
                            <a:srgbClr val="FFFFFF"/>
                          </a:solidFill>
                          <a:effectLst/>
                          <a:latin typeface="Calibri"/>
                        </a:rPr>
                        <a:t>Commodity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tc>
                  <a:txBody>
                    <a:bodyPr/>
                    <a:lstStyle/>
                    <a:p>
                      <a:pPr algn="ctr" fontAlgn="ctr"/>
                      <a:r>
                        <a:rPr lang="en-US" sz="1400" b="1" i="0" u="none" strike="noStrike">
                          <a:solidFill>
                            <a:srgbClr val="FFFFFF"/>
                          </a:solidFill>
                          <a:effectLst/>
                          <a:latin typeface="Calibri"/>
                        </a:rPr>
                        <a:t>Procurement capacity (ton/month)</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tc>
                  <a:txBody>
                    <a:bodyPr/>
                    <a:lstStyle/>
                    <a:p>
                      <a:pPr algn="ctr" fontAlgn="ctr"/>
                      <a:r>
                        <a:rPr lang="en-US" sz="1400" b="1" i="0" u="none" strike="noStrike">
                          <a:solidFill>
                            <a:srgbClr val="FFFFFF"/>
                          </a:solidFill>
                          <a:effectLst/>
                          <a:latin typeface="Calibri"/>
                        </a:rPr>
                        <a:t>Procurement price ($/ton)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190500">
                <a:tc>
                  <a:txBody>
                    <a:bodyPr/>
                    <a:lstStyle/>
                    <a:p>
                      <a:pPr algn="l" fontAlgn="b"/>
                      <a:r>
                        <a:rPr lang="en-US" sz="1100" b="0" i="0" u="none" strike="noStrike">
                          <a:solidFill>
                            <a:srgbClr val="000000"/>
                          </a:solidFill>
                          <a:effectLst/>
                          <a:latin typeface="Calibri"/>
                        </a:rPr>
                        <a:t>AUSTRALIA</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CHICKPEAS</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696,26</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1"/>
                  </a:ext>
                </a:extLst>
              </a:tr>
              <a:tr h="177800">
                <a:tc>
                  <a:txBody>
                    <a:bodyPr/>
                    <a:lstStyle/>
                    <a:p>
                      <a:pPr algn="l" fontAlgn="b"/>
                      <a:r>
                        <a:rPr lang="en-US" sz="1100" b="0" i="0" u="none" strike="noStrike">
                          <a:solidFill>
                            <a:srgbClr val="000000"/>
                          </a:solidFill>
                          <a:effectLst/>
                          <a:latin typeface="Calibri"/>
                        </a:rPr>
                        <a:t>AUSTRALIA</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LENTILS</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1096,76</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2"/>
                  </a:ext>
                </a:extLst>
              </a:tr>
              <a:tr h="177800">
                <a:tc>
                  <a:txBody>
                    <a:bodyPr/>
                    <a:lstStyle/>
                    <a:p>
                      <a:pPr algn="l" fontAlgn="b"/>
                      <a:r>
                        <a:rPr lang="en-US" sz="1100" b="0" i="0" u="none" strike="noStrike">
                          <a:solidFill>
                            <a:srgbClr val="000000"/>
                          </a:solidFill>
                          <a:effectLst/>
                          <a:latin typeface="Calibri"/>
                        </a:rPr>
                        <a:t>AUSTRALIA</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RICE</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15000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931,51</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3"/>
                  </a:ext>
                </a:extLst>
              </a:tr>
              <a:tr h="177800">
                <a:tc>
                  <a:txBody>
                    <a:bodyPr/>
                    <a:lstStyle/>
                    <a:p>
                      <a:pPr algn="l" fontAlgn="b"/>
                      <a:r>
                        <a:rPr lang="en-US" sz="1100" b="0" i="0" u="none" strike="noStrike">
                          <a:solidFill>
                            <a:srgbClr val="000000"/>
                          </a:solidFill>
                          <a:effectLst/>
                          <a:latin typeface="Calibri"/>
                        </a:rPr>
                        <a:t>AUSTRALIA</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SPLIT PEAS</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884,10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4"/>
                  </a:ext>
                </a:extLst>
              </a:tr>
              <a:tr h="177800">
                <a:tc>
                  <a:txBody>
                    <a:bodyPr/>
                    <a:lstStyle/>
                    <a:p>
                      <a:pPr algn="l" fontAlgn="b"/>
                      <a:r>
                        <a:rPr lang="en-US" sz="1100" b="0" i="0" u="none" strike="noStrike">
                          <a:solidFill>
                            <a:srgbClr val="000000"/>
                          </a:solidFill>
                          <a:effectLst/>
                          <a:latin typeface="Calibri"/>
                        </a:rPr>
                        <a:t>AUSTRALIA</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WHEAT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15000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365,03</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5"/>
                  </a:ext>
                </a:extLst>
              </a:tr>
              <a:tr h="177800">
                <a:tc>
                  <a:txBody>
                    <a:bodyPr/>
                    <a:lstStyle/>
                    <a:p>
                      <a:pPr algn="l" fontAlgn="b"/>
                      <a:r>
                        <a:rPr lang="en-US" sz="1100" b="0" i="0" u="none" strike="noStrike">
                          <a:solidFill>
                            <a:srgbClr val="000000"/>
                          </a:solidFill>
                          <a:effectLst/>
                          <a:latin typeface="Calibri"/>
                        </a:rPr>
                        <a:t>BELGIUM</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CORN SOYA BLEND</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3000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1023,09</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6"/>
                  </a:ext>
                </a:extLst>
              </a:tr>
              <a:tr h="177800">
                <a:tc>
                  <a:txBody>
                    <a:bodyPr/>
                    <a:lstStyle/>
                    <a:p>
                      <a:pPr algn="l" fontAlgn="b"/>
                      <a:r>
                        <a:rPr lang="en-US" sz="1100" b="0" i="0" u="none" strike="noStrike">
                          <a:solidFill>
                            <a:srgbClr val="000000"/>
                          </a:solidFill>
                          <a:effectLst/>
                          <a:latin typeface="Calibri"/>
                        </a:rPr>
                        <a:t>BELGIUM</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SUGAR</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554,61</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7"/>
                  </a:ext>
                </a:extLst>
              </a:tr>
              <a:tr h="177800">
                <a:tc>
                  <a:txBody>
                    <a:bodyPr/>
                    <a:lstStyle/>
                    <a:p>
                      <a:pPr algn="l" fontAlgn="b"/>
                      <a:r>
                        <a:rPr lang="en-US" sz="1100" b="0" i="0" u="none" strike="noStrike">
                          <a:solidFill>
                            <a:srgbClr val="000000"/>
                          </a:solidFill>
                          <a:effectLst/>
                          <a:latin typeface="Calibri"/>
                        </a:rPr>
                        <a:t>BELGIUM</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VEGETABLE OIL</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2000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1063,18</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8"/>
                  </a:ext>
                </a:extLst>
              </a:tr>
              <a:tr h="177800">
                <a:tc>
                  <a:txBody>
                    <a:bodyPr/>
                    <a:lstStyle/>
                    <a:p>
                      <a:pPr algn="l" fontAlgn="b"/>
                      <a:r>
                        <a:rPr lang="en-US" sz="1100" b="0" i="0" u="none" strike="noStrike">
                          <a:solidFill>
                            <a:srgbClr val="000000"/>
                          </a:solidFill>
                          <a:effectLst/>
                          <a:latin typeface="Calibri"/>
                        </a:rPr>
                        <a:t>BRAZIL</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IODISED SALT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196,86</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9"/>
                  </a:ext>
                </a:extLst>
              </a:tr>
              <a:tr h="177800">
                <a:tc>
                  <a:txBody>
                    <a:bodyPr/>
                    <a:lstStyle/>
                    <a:p>
                      <a:pPr algn="l" fontAlgn="b"/>
                      <a:r>
                        <a:rPr lang="en-US" sz="1100" b="0" i="0" u="none" strike="noStrike">
                          <a:solidFill>
                            <a:srgbClr val="000000"/>
                          </a:solidFill>
                          <a:effectLst/>
                          <a:latin typeface="Calibri"/>
                        </a:rPr>
                        <a:t>BRAZIL</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RICE</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15000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509,61</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0"/>
                  </a:ext>
                </a:extLst>
              </a:tr>
              <a:tr h="177800">
                <a:tc>
                  <a:txBody>
                    <a:bodyPr/>
                    <a:lstStyle/>
                    <a:p>
                      <a:pPr algn="l" fontAlgn="b"/>
                      <a:r>
                        <a:rPr lang="en-US" sz="1100" b="0" i="0" u="none" strike="noStrike">
                          <a:solidFill>
                            <a:srgbClr val="000000"/>
                          </a:solidFill>
                          <a:effectLst/>
                          <a:latin typeface="Calibri"/>
                        </a:rPr>
                        <a:t>BRAZIL</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SUGAR</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538,07</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1"/>
                  </a:ext>
                </a:extLst>
              </a:tr>
              <a:tr h="177800">
                <a:tc>
                  <a:txBody>
                    <a:bodyPr/>
                    <a:lstStyle/>
                    <a:p>
                      <a:pPr algn="l" fontAlgn="b"/>
                      <a:r>
                        <a:rPr lang="en-US" sz="1100" b="0" i="0" u="none" strike="noStrike">
                          <a:solidFill>
                            <a:srgbClr val="000000"/>
                          </a:solidFill>
                          <a:effectLst/>
                          <a:latin typeface="Calibri"/>
                        </a:rPr>
                        <a:t>BULGARIA</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WHEAT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15000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dirty="0">
                          <a:solidFill>
                            <a:srgbClr val="000000"/>
                          </a:solidFill>
                          <a:effectLst/>
                          <a:latin typeface="Calibri"/>
                        </a:rPr>
                        <a:t>284,32</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934638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Ports</a:t>
            </a:r>
          </a:p>
        </p:txBody>
      </p:sp>
      <p:sp>
        <p:nvSpPr>
          <p:cNvPr id="3" name="Content Placeholder 2"/>
          <p:cNvSpPr>
            <a:spLocks noGrp="1"/>
          </p:cNvSpPr>
          <p:nvPr>
            <p:ph idx="1"/>
          </p:nvPr>
        </p:nvSpPr>
        <p:spPr>
          <a:xfrm>
            <a:off x="457200" y="1235520"/>
            <a:ext cx="8229600" cy="4022280"/>
          </a:xfrm>
        </p:spPr>
        <p:txBody>
          <a:bodyPr>
            <a:normAutofit/>
          </a:bodyPr>
          <a:lstStyle/>
          <a:p>
            <a:r>
              <a:rPr lang="en-US" dirty="0"/>
              <a:t>And with big ships the food arrives from the supplying countries in four possibly ports (and Mombasa; not on the map)</a:t>
            </a:r>
          </a:p>
          <a:p>
            <a:endParaRPr lang="en-US" dirty="0"/>
          </a:p>
          <a:p>
            <a:endParaRPr lang="en-US" dirty="0"/>
          </a:p>
          <a:p>
            <a:endParaRPr lang="en-US" dirty="0"/>
          </a:p>
          <a:p>
            <a:endParaRPr lang="en-US" dirty="0"/>
          </a:p>
          <a:p>
            <a:endParaRPr lang="en-US" dirty="0"/>
          </a:p>
          <a:p>
            <a:r>
              <a:rPr lang="en-US" dirty="0"/>
              <a:t>The port capacity is given as well</a:t>
            </a:r>
            <a:br>
              <a:rPr lang="en-US" dirty="0"/>
            </a:br>
            <a:r>
              <a:rPr lang="en-US" dirty="0"/>
              <a:t>as the handling cost (in $/ton)</a:t>
            </a:r>
          </a:p>
        </p:txBody>
      </p:sp>
      <p:pic>
        <p:nvPicPr>
          <p:cNvPr id="6" name="Picture 5" descr="Screen Shot 2016-02-01 at 10.41.37.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53000" y="2057400"/>
            <a:ext cx="3966575" cy="4632960"/>
          </a:xfrm>
          <a:prstGeom prst="rect">
            <a:avLst/>
          </a:prstGeom>
        </p:spPr>
      </p:pic>
      <p:sp>
        <p:nvSpPr>
          <p:cNvPr id="7" name="Rectangle 6"/>
          <p:cNvSpPr/>
          <p:nvPr/>
        </p:nvSpPr>
        <p:spPr>
          <a:xfrm>
            <a:off x="5638800" y="2286000"/>
            <a:ext cx="228600" cy="228600"/>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7620000" y="5029200"/>
            <a:ext cx="228600" cy="228600"/>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8382000" y="5715000"/>
            <a:ext cx="228600" cy="228600"/>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4" name="Table 3"/>
          <p:cNvGraphicFramePr>
            <a:graphicFrameLocks noGrp="1"/>
          </p:cNvGraphicFramePr>
          <p:nvPr>
            <p:extLst>
              <p:ext uri="{D42A27DB-BD31-4B8C-83A1-F6EECF244321}">
                <p14:modId xmlns:p14="http://schemas.microsoft.com/office/powerpoint/2010/main" val="671681201"/>
              </p:ext>
            </p:extLst>
          </p:nvPr>
        </p:nvGraphicFramePr>
        <p:xfrm>
          <a:off x="914400" y="2209800"/>
          <a:ext cx="3886199" cy="711200"/>
        </p:xfrm>
        <a:graphic>
          <a:graphicData uri="http://schemas.openxmlformats.org/drawingml/2006/table">
            <a:tbl>
              <a:tblPr/>
              <a:tblGrid>
                <a:gridCol w="1395905">
                  <a:extLst>
                    <a:ext uri="{9D8B030D-6E8A-4147-A177-3AD203B41FA5}">
                      <a16:colId xmlns:a16="http://schemas.microsoft.com/office/drawing/2014/main" val="20000"/>
                    </a:ext>
                  </a:extLst>
                </a:gridCol>
                <a:gridCol w="1423494">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tblGrid>
              <a:tr h="177800">
                <a:tc>
                  <a:txBody>
                    <a:bodyPr/>
                    <a:lstStyle/>
                    <a:p>
                      <a:pPr algn="l" fontAlgn="b"/>
                      <a:r>
                        <a:rPr lang="en-US" sz="1100" b="0" i="0" u="none" strike="noStrike">
                          <a:solidFill>
                            <a:srgbClr val="000000"/>
                          </a:solidFill>
                          <a:effectLst/>
                          <a:latin typeface="Calibri"/>
                        </a:rPr>
                        <a:t>BERBERA (SOMALIA)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dirty="0">
                          <a:solidFill>
                            <a:srgbClr val="000000"/>
                          </a:solidFill>
                          <a:effectLst/>
                          <a:latin typeface="Calibri"/>
                        </a:rPr>
                        <a:t>20.000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16,00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0"/>
                  </a:ext>
                </a:extLst>
              </a:tr>
              <a:tr h="177800">
                <a:tc>
                  <a:txBody>
                    <a:bodyPr/>
                    <a:lstStyle/>
                    <a:p>
                      <a:pPr algn="l" fontAlgn="b"/>
                      <a:r>
                        <a:rPr lang="en-US" sz="1100" b="0" i="0" u="none" strike="noStrike">
                          <a:solidFill>
                            <a:srgbClr val="000000"/>
                          </a:solidFill>
                          <a:effectLst/>
                          <a:latin typeface="Calibri"/>
                        </a:rPr>
                        <a:t>DJIBOUTI (DJIBOUTI)</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75.000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dirty="0">
                          <a:solidFill>
                            <a:srgbClr val="000000"/>
                          </a:solidFill>
                          <a:effectLst/>
                          <a:latin typeface="Calibri"/>
                        </a:rPr>
                        <a:t>23,45</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1"/>
                  </a:ext>
                </a:extLst>
              </a:tr>
              <a:tr h="177800">
                <a:tc>
                  <a:txBody>
                    <a:bodyPr/>
                    <a:lstStyle/>
                    <a:p>
                      <a:pPr algn="l" fontAlgn="b"/>
                      <a:r>
                        <a:rPr lang="en-US" sz="1100" b="0" i="0" u="none" strike="noStrike">
                          <a:solidFill>
                            <a:srgbClr val="000000"/>
                          </a:solidFill>
                          <a:effectLst/>
                          <a:latin typeface="Calibri"/>
                        </a:rPr>
                        <a:t>PORT SUDAN (SUDAN)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60.000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23,50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2"/>
                  </a:ext>
                </a:extLst>
              </a:tr>
              <a:tr h="177800">
                <a:tc>
                  <a:txBody>
                    <a:bodyPr/>
                    <a:lstStyle/>
                    <a:p>
                      <a:pPr algn="l" fontAlgn="b"/>
                      <a:r>
                        <a:rPr lang="en-US" sz="1100" b="0" i="0" u="none" strike="noStrike">
                          <a:solidFill>
                            <a:srgbClr val="000000"/>
                          </a:solidFill>
                          <a:effectLst/>
                          <a:latin typeface="Calibri"/>
                        </a:rPr>
                        <a:t>MOMBASA (KENYA)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60.000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dirty="0">
                          <a:solidFill>
                            <a:srgbClr val="000000"/>
                          </a:solidFill>
                          <a:effectLst/>
                          <a:latin typeface="Calibri"/>
                        </a:rPr>
                        <a:t>30,00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69109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Cost of transporting from countries to the ports</a:t>
            </a:r>
          </a:p>
        </p:txBody>
      </p:sp>
      <p:sp>
        <p:nvSpPr>
          <p:cNvPr id="3" name="Content Placeholder 2"/>
          <p:cNvSpPr>
            <a:spLocks noGrp="1"/>
          </p:cNvSpPr>
          <p:nvPr>
            <p:ph idx="1"/>
          </p:nvPr>
        </p:nvSpPr>
        <p:spPr>
          <a:xfrm>
            <a:off x="304800" y="1235520"/>
            <a:ext cx="8839200" cy="4677918"/>
          </a:xfrm>
        </p:spPr>
        <p:txBody>
          <a:bodyPr/>
          <a:lstStyle/>
          <a:p>
            <a:r>
              <a:rPr lang="en-US" dirty="0"/>
              <a:t>There are sea transportation costs involved depending on supplier, port and commodity</a:t>
            </a:r>
          </a:p>
        </p:txBody>
      </p:sp>
      <p:graphicFrame>
        <p:nvGraphicFramePr>
          <p:cNvPr id="5" name="Table 4"/>
          <p:cNvGraphicFramePr>
            <a:graphicFrameLocks noGrp="1"/>
          </p:cNvGraphicFramePr>
          <p:nvPr>
            <p:extLst>
              <p:ext uri="{D42A27DB-BD31-4B8C-83A1-F6EECF244321}">
                <p14:modId xmlns:p14="http://schemas.microsoft.com/office/powerpoint/2010/main" val="4062667930"/>
              </p:ext>
            </p:extLst>
          </p:nvPr>
        </p:nvGraphicFramePr>
        <p:xfrm>
          <a:off x="762000" y="2288381"/>
          <a:ext cx="7150100" cy="3149600"/>
        </p:xfrm>
        <a:graphic>
          <a:graphicData uri="http://schemas.openxmlformats.org/drawingml/2006/table">
            <a:tbl>
              <a:tblPr/>
              <a:tblGrid>
                <a:gridCol w="1181100">
                  <a:extLst>
                    <a:ext uri="{9D8B030D-6E8A-4147-A177-3AD203B41FA5}">
                      <a16:colId xmlns:a16="http://schemas.microsoft.com/office/drawing/2014/main" val="20000"/>
                    </a:ext>
                  </a:extLst>
                </a:gridCol>
                <a:gridCol w="1587500">
                  <a:extLst>
                    <a:ext uri="{9D8B030D-6E8A-4147-A177-3AD203B41FA5}">
                      <a16:colId xmlns:a16="http://schemas.microsoft.com/office/drawing/2014/main" val="20001"/>
                    </a:ext>
                  </a:extLst>
                </a:gridCol>
                <a:gridCol w="2387600">
                  <a:extLst>
                    <a:ext uri="{9D8B030D-6E8A-4147-A177-3AD203B41FA5}">
                      <a16:colId xmlns:a16="http://schemas.microsoft.com/office/drawing/2014/main" val="20002"/>
                    </a:ext>
                  </a:extLst>
                </a:gridCol>
                <a:gridCol w="1993900">
                  <a:extLst>
                    <a:ext uri="{9D8B030D-6E8A-4147-A177-3AD203B41FA5}">
                      <a16:colId xmlns:a16="http://schemas.microsoft.com/office/drawing/2014/main" val="20003"/>
                    </a:ext>
                  </a:extLst>
                </a:gridCol>
              </a:tblGrid>
              <a:tr h="469900">
                <a:tc>
                  <a:txBody>
                    <a:bodyPr/>
                    <a:lstStyle/>
                    <a:p>
                      <a:pPr algn="ctr" fontAlgn="ctr"/>
                      <a:r>
                        <a:rPr lang="en-US" sz="1400" b="1" i="0" u="none" strike="noStrike">
                          <a:solidFill>
                            <a:srgbClr val="FFFFFF"/>
                          </a:solidFill>
                          <a:effectLst/>
                          <a:latin typeface="Calibri"/>
                        </a:rPr>
                        <a:t>Origin</a:t>
                      </a:r>
                    </a:p>
                  </a:txBody>
                  <a:tcPr marL="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tc>
                  <a:txBody>
                    <a:bodyPr/>
                    <a:lstStyle/>
                    <a:p>
                      <a:pPr algn="ctr" fontAlgn="ctr"/>
                      <a:r>
                        <a:rPr lang="en-US" sz="1400" b="1" i="0" u="none" strike="noStrike">
                          <a:solidFill>
                            <a:srgbClr val="FFFFFF"/>
                          </a:solidFill>
                          <a:effectLst/>
                          <a:latin typeface="Calibri"/>
                        </a:rPr>
                        <a:t>Destination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tc>
                  <a:txBody>
                    <a:bodyPr/>
                    <a:lstStyle/>
                    <a:p>
                      <a:pPr algn="ctr" fontAlgn="ctr"/>
                      <a:r>
                        <a:rPr lang="en-US" sz="1400" b="1" i="0" u="none" strike="noStrike">
                          <a:solidFill>
                            <a:srgbClr val="FFFFFF"/>
                          </a:solidFill>
                          <a:effectLst/>
                          <a:latin typeface="Calibri"/>
                        </a:rPr>
                        <a:t>Commodity</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tc>
                  <a:txBody>
                    <a:bodyPr/>
                    <a:lstStyle/>
                    <a:p>
                      <a:pPr algn="ctr" fontAlgn="ctr"/>
                      <a:r>
                        <a:rPr lang="en-US" sz="1400" b="1" i="0" u="none" strike="noStrike">
                          <a:solidFill>
                            <a:srgbClr val="FFFFFF"/>
                          </a:solidFill>
                          <a:effectLst/>
                          <a:latin typeface="Calibri"/>
                        </a:rPr>
                        <a:t> SeaTransport cost ($/ton) </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190500">
                <a:tc>
                  <a:txBody>
                    <a:bodyPr/>
                    <a:lstStyle/>
                    <a:p>
                      <a:pPr algn="l" fontAlgn="b"/>
                      <a:r>
                        <a:rPr lang="en-US" sz="1100" b="0" i="0" u="none" strike="noStrike">
                          <a:solidFill>
                            <a:srgbClr val="000000"/>
                          </a:solidFill>
                          <a:effectLst/>
                          <a:latin typeface="Calibri"/>
                        </a:rPr>
                        <a:t>PAKISTAN</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DJIBOUTI (DJIBOUTI)</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RICE</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23,2</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1"/>
                  </a:ext>
                </a:extLst>
              </a:tr>
              <a:tr h="177800">
                <a:tc>
                  <a:txBody>
                    <a:bodyPr/>
                    <a:lstStyle/>
                    <a:p>
                      <a:pPr algn="l" fontAlgn="b"/>
                      <a:r>
                        <a:rPr lang="en-US" sz="1100" b="0" i="0" u="none" strike="noStrike">
                          <a:solidFill>
                            <a:srgbClr val="000000"/>
                          </a:solidFill>
                          <a:effectLst/>
                          <a:latin typeface="Calibri"/>
                        </a:rPr>
                        <a:t>PAKISTAN</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DJIBOUTI (DJIBOUTI)</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IODISED SALT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31,3</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2"/>
                  </a:ext>
                </a:extLst>
              </a:tr>
              <a:tr h="177800">
                <a:tc>
                  <a:txBody>
                    <a:bodyPr/>
                    <a:lstStyle/>
                    <a:p>
                      <a:pPr algn="l" fontAlgn="b"/>
                      <a:r>
                        <a:rPr lang="en-US" sz="1100" b="0" i="0" u="none" strike="noStrike">
                          <a:solidFill>
                            <a:srgbClr val="000000"/>
                          </a:solidFill>
                          <a:effectLst/>
                          <a:latin typeface="Calibri"/>
                        </a:rPr>
                        <a:t>BELGIUM</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DJIBOUTI (DJIBOUTI)</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CORN SOYA BLEND</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40,6</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3"/>
                  </a:ext>
                </a:extLst>
              </a:tr>
              <a:tr h="177800">
                <a:tc>
                  <a:txBody>
                    <a:bodyPr/>
                    <a:lstStyle/>
                    <a:p>
                      <a:pPr algn="l" fontAlgn="b"/>
                      <a:r>
                        <a:rPr lang="en-US" sz="1100" b="0" i="0" u="none" strike="noStrike">
                          <a:solidFill>
                            <a:srgbClr val="000000"/>
                          </a:solidFill>
                          <a:effectLst/>
                          <a:latin typeface="Calibri"/>
                        </a:rPr>
                        <a:t>INDIA</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PORT SUDAN (SUDAN)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RICE</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43,7</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4"/>
                  </a:ext>
                </a:extLst>
              </a:tr>
              <a:tr h="177800">
                <a:tc>
                  <a:txBody>
                    <a:bodyPr/>
                    <a:lstStyle/>
                    <a:p>
                      <a:pPr algn="l" fontAlgn="b"/>
                      <a:r>
                        <a:rPr lang="en-US" sz="1100" b="0" i="0" u="none" strike="noStrike">
                          <a:solidFill>
                            <a:srgbClr val="000000"/>
                          </a:solidFill>
                          <a:effectLst/>
                          <a:latin typeface="Calibri"/>
                        </a:rPr>
                        <a:t>BELGIUM</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DJIBOUTI (DJIBOUTI)</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SUGAR</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43,0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5"/>
                  </a:ext>
                </a:extLst>
              </a:tr>
              <a:tr h="177800">
                <a:tc>
                  <a:txBody>
                    <a:bodyPr/>
                    <a:lstStyle/>
                    <a:p>
                      <a:pPr algn="l" fontAlgn="b"/>
                      <a:r>
                        <a:rPr lang="en-US" sz="1100" b="0" i="0" u="none" strike="noStrike">
                          <a:solidFill>
                            <a:srgbClr val="000000"/>
                          </a:solidFill>
                          <a:effectLst/>
                          <a:latin typeface="Calibri"/>
                        </a:rPr>
                        <a:t>TURKEY</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PORT SUDAN (SUDAN)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RICE</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33,1</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6"/>
                  </a:ext>
                </a:extLst>
              </a:tr>
              <a:tr h="177800">
                <a:tc>
                  <a:txBody>
                    <a:bodyPr/>
                    <a:lstStyle/>
                    <a:p>
                      <a:pPr algn="l" fontAlgn="b"/>
                      <a:r>
                        <a:rPr lang="en-US" sz="1100" b="0" i="0" u="none" strike="noStrike">
                          <a:solidFill>
                            <a:srgbClr val="000000"/>
                          </a:solidFill>
                          <a:effectLst/>
                          <a:latin typeface="Calibri"/>
                        </a:rPr>
                        <a:t>INDIA</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DJIBOUTI (DJIBOUTI)</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RICE</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34,6</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7"/>
                  </a:ext>
                </a:extLst>
              </a:tr>
              <a:tr h="177800">
                <a:tc>
                  <a:txBody>
                    <a:bodyPr/>
                    <a:lstStyle/>
                    <a:p>
                      <a:pPr algn="l" fontAlgn="b"/>
                      <a:r>
                        <a:rPr lang="en-US" sz="1100" b="0" i="0" u="none" strike="noStrike">
                          <a:solidFill>
                            <a:srgbClr val="000000"/>
                          </a:solidFill>
                          <a:effectLst/>
                          <a:latin typeface="Calibri"/>
                        </a:rPr>
                        <a:t>INDIA</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DJIBOUTI (DJIBOUTI)</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SORGHUM/MILLET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36,5</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8"/>
                  </a:ext>
                </a:extLst>
              </a:tr>
              <a:tr h="177800">
                <a:tc>
                  <a:txBody>
                    <a:bodyPr/>
                    <a:lstStyle/>
                    <a:p>
                      <a:pPr algn="l" fontAlgn="b"/>
                      <a:r>
                        <a:rPr lang="en-US" sz="1100" b="0" i="0" u="none" strike="noStrike">
                          <a:solidFill>
                            <a:srgbClr val="000000"/>
                          </a:solidFill>
                          <a:effectLst/>
                          <a:latin typeface="Calibri"/>
                        </a:rPr>
                        <a:t>INDIA</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DJIBOUTI (DJIBOUTI)</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WHEAT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48,9</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9"/>
                  </a:ext>
                </a:extLst>
              </a:tr>
              <a:tr h="177800">
                <a:tc>
                  <a:txBody>
                    <a:bodyPr/>
                    <a:lstStyle/>
                    <a:p>
                      <a:pPr algn="l" fontAlgn="b"/>
                      <a:r>
                        <a:rPr lang="en-US" sz="1100" b="0" i="0" u="none" strike="noStrike">
                          <a:solidFill>
                            <a:srgbClr val="000000"/>
                          </a:solidFill>
                          <a:effectLst/>
                          <a:latin typeface="Calibri"/>
                        </a:rPr>
                        <a:t>TURKEY</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PORT SUDAN (SUDAN)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BEANS</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46,0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0"/>
                  </a:ext>
                </a:extLst>
              </a:tr>
              <a:tr h="177800">
                <a:tc>
                  <a:txBody>
                    <a:bodyPr/>
                    <a:lstStyle/>
                    <a:p>
                      <a:pPr algn="l" fontAlgn="b"/>
                      <a:r>
                        <a:rPr lang="en-US" sz="1100" b="0" i="0" u="none" strike="noStrike">
                          <a:solidFill>
                            <a:srgbClr val="000000"/>
                          </a:solidFill>
                          <a:effectLst/>
                          <a:latin typeface="Calibri"/>
                        </a:rPr>
                        <a:t>TURKEY</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PORT SUDAN (SUDAN)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LENTILS</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50,4</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1"/>
                  </a:ext>
                </a:extLst>
              </a:tr>
              <a:tr h="177800">
                <a:tc>
                  <a:txBody>
                    <a:bodyPr/>
                    <a:lstStyle/>
                    <a:p>
                      <a:pPr algn="l" fontAlgn="b"/>
                      <a:r>
                        <a:rPr lang="en-US" sz="1100" b="0" i="0" u="none" strike="noStrike">
                          <a:solidFill>
                            <a:srgbClr val="000000"/>
                          </a:solidFill>
                          <a:effectLst/>
                          <a:latin typeface="Calibri"/>
                        </a:rPr>
                        <a:t>TURKEY</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PORT SUDAN (SUDAN)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PEAS</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47,6</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2"/>
                  </a:ext>
                </a:extLst>
              </a:tr>
              <a:tr h="177800">
                <a:tc>
                  <a:txBody>
                    <a:bodyPr/>
                    <a:lstStyle/>
                    <a:p>
                      <a:pPr algn="l" fontAlgn="b"/>
                      <a:r>
                        <a:rPr lang="en-US" sz="1100" b="0" i="0" u="none" strike="noStrike">
                          <a:solidFill>
                            <a:srgbClr val="000000"/>
                          </a:solidFill>
                          <a:effectLst/>
                          <a:latin typeface="Calibri"/>
                        </a:rPr>
                        <a:t>TURKEY</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PORT SUDAN (SUDAN)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SPLIT PEAS</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50,3</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3"/>
                  </a:ext>
                </a:extLst>
              </a:tr>
              <a:tr h="177800">
                <a:tc>
                  <a:txBody>
                    <a:bodyPr/>
                    <a:lstStyle/>
                    <a:p>
                      <a:pPr algn="l" fontAlgn="b"/>
                      <a:r>
                        <a:rPr lang="en-US" sz="1100" b="0" i="0" u="none" strike="noStrike">
                          <a:solidFill>
                            <a:srgbClr val="000000"/>
                          </a:solidFill>
                          <a:effectLst/>
                          <a:latin typeface="Calibri"/>
                        </a:rPr>
                        <a:t>BELGIUM</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PORT SUDAN (SUDAN)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CORN SOYA BLEND</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36,0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4"/>
                  </a:ext>
                </a:extLst>
              </a:tr>
              <a:tr h="177800">
                <a:tc>
                  <a:txBody>
                    <a:bodyPr/>
                    <a:lstStyle/>
                    <a:p>
                      <a:pPr algn="l" fontAlgn="b"/>
                      <a:r>
                        <a:rPr lang="en-US" sz="1100" b="0" i="0" u="none" strike="noStrike">
                          <a:solidFill>
                            <a:srgbClr val="000000"/>
                          </a:solidFill>
                          <a:effectLst/>
                          <a:latin typeface="Calibri"/>
                        </a:rPr>
                        <a:t>BELGIUM</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PORT SUDAN (SUDAN)</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SUGAR</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dirty="0">
                          <a:solidFill>
                            <a:srgbClr val="000000"/>
                          </a:solidFill>
                          <a:effectLst/>
                          <a:latin typeface="Calibri"/>
                        </a:rPr>
                        <a:t>48,5</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2141867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Land Transport to Warehouses</a:t>
            </a:r>
          </a:p>
        </p:txBody>
      </p:sp>
      <p:sp>
        <p:nvSpPr>
          <p:cNvPr id="3" name="Content Placeholder 2"/>
          <p:cNvSpPr>
            <a:spLocks noGrp="1"/>
          </p:cNvSpPr>
          <p:nvPr>
            <p:ph idx="1"/>
          </p:nvPr>
        </p:nvSpPr>
        <p:spPr/>
        <p:txBody>
          <a:bodyPr/>
          <a:lstStyle/>
          <a:p>
            <a:r>
              <a:rPr lang="en-US" dirty="0"/>
              <a:t>Arrived and handled in the port the goods can be transported from the ports to warehouses</a:t>
            </a:r>
          </a:p>
          <a:p>
            <a:r>
              <a:rPr lang="en-US" dirty="0"/>
              <a:t>In the file you’ll also find warehouses and they have their own handling cost and capacity</a:t>
            </a:r>
          </a:p>
          <a:p>
            <a:r>
              <a:rPr lang="en-US" dirty="0"/>
              <a:t>The possibilities with costs are given in the table ($/ton)</a:t>
            </a:r>
          </a:p>
        </p:txBody>
      </p:sp>
      <p:graphicFrame>
        <p:nvGraphicFramePr>
          <p:cNvPr id="5" name="Table 4"/>
          <p:cNvGraphicFramePr>
            <a:graphicFrameLocks noGrp="1"/>
          </p:cNvGraphicFramePr>
          <p:nvPr>
            <p:extLst>
              <p:ext uri="{D42A27DB-BD31-4B8C-83A1-F6EECF244321}">
                <p14:modId xmlns:p14="http://schemas.microsoft.com/office/powerpoint/2010/main" val="3951389126"/>
              </p:ext>
            </p:extLst>
          </p:nvPr>
        </p:nvGraphicFramePr>
        <p:xfrm>
          <a:off x="914400" y="3429000"/>
          <a:ext cx="7213600" cy="1066800"/>
        </p:xfrm>
        <a:graphic>
          <a:graphicData uri="http://schemas.openxmlformats.org/drawingml/2006/table">
            <a:tbl>
              <a:tblPr/>
              <a:tblGrid>
                <a:gridCol w="1257300">
                  <a:extLst>
                    <a:ext uri="{9D8B030D-6E8A-4147-A177-3AD203B41FA5}">
                      <a16:colId xmlns:a16="http://schemas.microsoft.com/office/drawing/2014/main" val="20000"/>
                    </a:ext>
                  </a:extLst>
                </a:gridCol>
                <a:gridCol w="1587500">
                  <a:extLst>
                    <a:ext uri="{9D8B030D-6E8A-4147-A177-3AD203B41FA5}">
                      <a16:colId xmlns:a16="http://schemas.microsoft.com/office/drawing/2014/main" val="20001"/>
                    </a:ext>
                  </a:extLst>
                </a:gridCol>
                <a:gridCol w="1536700">
                  <a:extLst>
                    <a:ext uri="{9D8B030D-6E8A-4147-A177-3AD203B41FA5}">
                      <a16:colId xmlns:a16="http://schemas.microsoft.com/office/drawing/2014/main" val="20002"/>
                    </a:ext>
                  </a:extLst>
                </a:gridCol>
                <a:gridCol w="12319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tblGrid>
              <a:tr h="177800">
                <a:tc>
                  <a:txBody>
                    <a:bodyPr/>
                    <a:lstStyle/>
                    <a:p>
                      <a:pPr algn="l" fontAlgn="b"/>
                      <a:r>
                        <a:rPr lang="en-US" sz="1100" b="0" i="0" u="none" strike="noStrike">
                          <a:solidFill>
                            <a:srgbClr val="000000"/>
                          </a:solidFill>
                          <a:effectLst/>
                          <a:latin typeface="Calibri"/>
                        </a:rPr>
                        <a:t>Warehouse</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&lt;NAZARETH&gt;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152.835</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11,71</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0"/>
                  </a:ext>
                </a:extLst>
              </a:tr>
              <a:tr h="177800">
                <a:tc>
                  <a:txBody>
                    <a:bodyPr/>
                    <a:lstStyle/>
                    <a:p>
                      <a:pPr algn="l" fontAlgn="b"/>
                      <a:r>
                        <a:rPr lang="en-US" sz="1100" b="0" i="0" u="none" strike="noStrike">
                          <a:solidFill>
                            <a:srgbClr val="000000"/>
                          </a:solidFill>
                          <a:effectLst/>
                          <a:latin typeface="Calibri"/>
                        </a:rPr>
                        <a:t>Warehouse</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&lt;MEKELE&gt;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10.000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16,58</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1"/>
                  </a:ext>
                </a:extLst>
              </a:tr>
              <a:tr h="177800">
                <a:tc>
                  <a:txBody>
                    <a:bodyPr/>
                    <a:lstStyle/>
                    <a:p>
                      <a:pPr algn="l" fontAlgn="b"/>
                      <a:r>
                        <a:rPr lang="en-US" sz="1100" b="0" i="0" u="none" strike="noStrike">
                          <a:solidFill>
                            <a:srgbClr val="000000"/>
                          </a:solidFill>
                          <a:effectLst/>
                          <a:latin typeface="Calibri"/>
                        </a:rPr>
                        <a:t>Warehouse</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&lt;JIJIGA&gt;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16.500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13,77</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2"/>
                  </a:ext>
                </a:extLst>
              </a:tr>
              <a:tr h="177800">
                <a:tc>
                  <a:txBody>
                    <a:bodyPr/>
                    <a:lstStyle/>
                    <a:p>
                      <a:pPr algn="l" fontAlgn="b"/>
                      <a:r>
                        <a:rPr lang="en-US" sz="1100" b="0" i="0" u="none" strike="noStrike">
                          <a:solidFill>
                            <a:srgbClr val="000000"/>
                          </a:solidFill>
                          <a:effectLst/>
                          <a:latin typeface="Calibri"/>
                        </a:rPr>
                        <a:t>Warehouse</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&lt;KOMBOLCHA&gt;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16.150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12,35</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3"/>
                  </a:ext>
                </a:extLst>
              </a:tr>
              <a:tr h="177800">
                <a:tc>
                  <a:txBody>
                    <a:bodyPr/>
                    <a:lstStyle/>
                    <a:p>
                      <a:pPr algn="l" fontAlgn="b"/>
                      <a:r>
                        <a:rPr lang="en-US" sz="1100" b="0" i="0" u="none" strike="noStrike">
                          <a:solidFill>
                            <a:srgbClr val="000000"/>
                          </a:solidFill>
                          <a:effectLst/>
                          <a:latin typeface="Calibri"/>
                        </a:rPr>
                        <a:t>Warehouse</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&lt;GODE&gt;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5.050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16,30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4"/>
                  </a:ext>
                </a:extLst>
              </a:tr>
              <a:tr h="177800">
                <a:tc>
                  <a:txBody>
                    <a:bodyPr/>
                    <a:lstStyle/>
                    <a:p>
                      <a:pPr algn="l" fontAlgn="b"/>
                      <a:r>
                        <a:rPr lang="en-US" sz="1100" b="0" i="0" u="none" strike="noStrike">
                          <a:solidFill>
                            <a:srgbClr val="000000"/>
                          </a:solidFill>
                          <a:effectLst/>
                          <a:latin typeface="Calibri"/>
                        </a:rPr>
                        <a:t>Warehouse</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D9E1F2"/>
                    </a:solidFill>
                  </a:tcPr>
                </a:tc>
                <a:tc>
                  <a:txBody>
                    <a:bodyPr/>
                    <a:lstStyle/>
                    <a:p>
                      <a:pPr algn="l" fontAlgn="b"/>
                      <a:r>
                        <a:rPr lang="en-US" sz="1100" b="0" i="0" u="none" strike="noStrike">
                          <a:solidFill>
                            <a:srgbClr val="000000"/>
                          </a:solidFill>
                          <a:effectLst/>
                          <a:latin typeface="Calibri"/>
                        </a:rPr>
                        <a:t>&lt;DIRE DAWA&gt;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D9E1F2"/>
                    </a:solidFill>
                  </a:tcPr>
                </a:tc>
                <a:tc>
                  <a:txBody>
                    <a:bodyPr/>
                    <a:lstStyle/>
                    <a:p>
                      <a:pPr algn="r" fontAlgn="b"/>
                      <a:r>
                        <a:rPr lang="en-US" sz="1100" b="0" i="0" u="none" strike="noStrike">
                          <a:solidFill>
                            <a:srgbClr val="000000"/>
                          </a:solidFill>
                          <a:effectLst/>
                          <a:latin typeface="Calibri"/>
                        </a:rPr>
                        <a:t>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D9E1F2"/>
                    </a:solidFill>
                  </a:tcPr>
                </a:tc>
                <a:tc>
                  <a:txBody>
                    <a:bodyPr/>
                    <a:lstStyle/>
                    <a:p>
                      <a:pPr algn="r" fontAlgn="b"/>
                      <a:r>
                        <a:rPr lang="en-US" sz="1100" b="0" i="0" u="none" strike="noStrike">
                          <a:solidFill>
                            <a:srgbClr val="000000"/>
                          </a:solidFill>
                          <a:effectLst/>
                          <a:latin typeface="Calibri"/>
                        </a:rPr>
                        <a:t>34.121</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D9E1F2"/>
                    </a:solidFill>
                  </a:tcPr>
                </a:tc>
                <a:tc>
                  <a:txBody>
                    <a:bodyPr/>
                    <a:lstStyle/>
                    <a:p>
                      <a:pPr algn="r" fontAlgn="b"/>
                      <a:r>
                        <a:rPr lang="en-US" sz="1100" b="0" i="0" u="none" strike="noStrike" dirty="0">
                          <a:solidFill>
                            <a:srgbClr val="000000"/>
                          </a:solidFill>
                          <a:effectLst/>
                          <a:latin typeface="Calibri"/>
                        </a:rPr>
                        <a:t>15,57</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62952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Land from Warehouses to Camps</a:t>
            </a:r>
          </a:p>
        </p:txBody>
      </p:sp>
      <p:sp>
        <p:nvSpPr>
          <p:cNvPr id="3" name="Content Placeholder 2"/>
          <p:cNvSpPr>
            <a:spLocks noGrp="1"/>
          </p:cNvSpPr>
          <p:nvPr>
            <p:ph idx="1"/>
          </p:nvPr>
        </p:nvSpPr>
        <p:spPr/>
        <p:txBody>
          <a:bodyPr/>
          <a:lstStyle/>
          <a:p>
            <a:r>
              <a:rPr lang="en-US" dirty="0"/>
              <a:t>From the warehouses food is transported to the camps</a:t>
            </a:r>
          </a:p>
        </p:txBody>
      </p:sp>
      <p:graphicFrame>
        <p:nvGraphicFramePr>
          <p:cNvPr id="4" name="Table 3"/>
          <p:cNvGraphicFramePr>
            <a:graphicFrameLocks noGrp="1"/>
          </p:cNvGraphicFramePr>
          <p:nvPr>
            <p:extLst>
              <p:ext uri="{D42A27DB-BD31-4B8C-83A1-F6EECF244321}">
                <p14:modId xmlns:p14="http://schemas.microsoft.com/office/powerpoint/2010/main" val="2518294436"/>
              </p:ext>
            </p:extLst>
          </p:nvPr>
        </p:nvGraphicFramePr>
        <p:xfrm>
          <a:off x="939800" y="1828800"/>
          <a:ext cx="5232400" cy="4165600"/>
        </p:xfrm>
        <a:graphic>
          <a:graphicData uri="http://schemas.openxmlformats.org/drawingml/2006/table">
            <a:tbl>
              <a:tblPr/>
              <a:tblGrid>
                <a:gridCol w="1587500">
                  <a:extLst>
                    <a:ext uri="{9D8B030D-6E8A-4147-A177-3AD203B41FA5}">
                      <a16:colId xmlns:a16="http://schemas.microsoft.com/office/drawing/2014/main" val="20000"/>
                    </a:ext>
                  </a:extLst>
                </a:gridCol>
                <a:gridCol w="15875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241300">
                <a:tc>
                  <a:txBody>
                    <a:bodyPr/>
                    <a:lstStyle/>
                    <a:p>
                      <a:pPr algn="ctr" fontAlgn="ctr"/>
                      <a:r>
                        <a:rPr lang="en-US" sz="1400" b="1" i="0" u="none" strike="noStrike">
                          <a:solidFill>
                            <a:srgbClr val="FFFFFF"/>
                          </a:solidFill>
                          <a:effectLst/>
                          <a:latin typeface="Calibri"/>
                        </a:rPr>
                        <a:t>Origin</a:t>
                      </a:r>
                    </a:p>
                  </a:txBody>
                  <a:tcPr marL="0" marR="0" marT="0" marB="0" anchor="ctr">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tc>
                  <a:txBody>
                    <a:bodyPr/>
                    <a:lstStyle/>
                    <a:p>
                      <a:pPr algn="ctr" fontAlgn="ctr"/>
                      <a:r>
                        <a:rPr lang="en-US" sz="1400" b="1" i="0" u="none" strike="noStrike">
                          <a:solidFill>
                            <a:srgbClr val="FFFFFF"/>
                          </a:solidFill>
                          <a:effectLst/>
                          <a:latin typeface="Calibri"/>
                        </a:rPr>
                        <a:t>Destination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tc>
                  <a:txBody>
                    <a:bodyPr/>
                    <a:lstStyle/>
                    <a:p>
                      <a:pPr algn="ctr" fontAlgn="ctr"/>
                      <a:r>
                        <a:rPr lang="en-US" sz="1400" b="1" i="0" u="none" strike="noStrike">
                          <a:solidFill>
                            <a:srgbClr val="FFFFFF"/>
                          </a:solidFill>
                          <a:effectLst/>
                          <a:latin typeface="Calibri"/>
                        </a:rPr>
                        <a:t>Landtransport cost ($/ton)</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10000"/>
                  </a:ext>
                </a:extLst>
              </a:tr>
              <a:tr h="190500">
                <a:tc>
                  <a:txBody>
                    <a:bodyPr/>
                    <a:lstStyle/>
                    <a:p>
                      <a:pPr algn="l" fontAlgn="b"/>
                      <a:r>
                        <a:rPr lang="en-US" sz="1100" b="0" i="0" u="none" strike="noStrike">
                          <a:solidFill>
                            <a:srgbClr val="000000"/>
                          </a:solidFill>
                          <a:effectLst/>
                          <a:latin typeface="Calibri"/>
                        </a:rPr>
                        <a:t>DJIBOUTI (DJIBOUTI)</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&lt;JIJIGA&gt;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78,82</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1"/>
                  </a:ext>
                </a:extLst>
              </a:tr>
              <a:tr h="177800">
                <a:tc>
                  <a:txBody>
                    <a:bodyPr/>
                    <a:lstStyle/>
                    <a:p>
                      <a:pPr algn="l" fontAlgn="b"/>
                      <a:r>
                        <a:rPr lang="en-US" sz="1100" b="0" i="0" u="none" strike="noStrike">
                          <a:solidFill>
                            <a:srgbClr val="000000"/>
                          </a:solidFill>
                          <a:effectLst/>
                          <a:latin typeface="Calibri"/>
                        </a:rPr>
                        <a:t>DJIBOUTI (DJIBOUTI)</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&lt;MEKELE&gt;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74,45</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2"/>
                  </a:ext>
                </a:extLst>
              </a:tr>
              <a:tr h="177800">
                <a:tc>
                  <a:txBody>
                    <a:bodyPr/>
                    <a:lstStyle/>
                    <a:p>
                      <a:pPr algn="l" fontAlgn="b"/>
                      <a:r>
                        <a:rPr lang="en-US" sz="1100" b="0" i="0" u="none" strike="noStrike">
                          <a:solidFill>
                            <a:srgbClr val="000000"/>
                          </a:solidFill>
                          <a:effectLst/>
                          <a:latin typeface="Calibri"/>
                        </a:rPr>
                        <a:t>DJIBOUTI (DJIBOUTI)</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&lt;NAZARETH&gt;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62,21</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3"/>
                  </a:ext>
                </a:extLst>
              </a:tr>
              <a:tr h="177800">
                <a:tc>
                  <a:txBody>
                    <a:bodyPr/>
                    <a:lstStyle/>
                    <a:p>
                      <a:pPr algn="l" fontAlgn="b"/>
                      <a:r>
                        <a:rPr lang="en-US" sz="1100" b="0" i="0" u="none" strike="noStrike">
                          <a:solidFill>
                            <a:srgbClr val="000000"/>
                          </a:solidFill>
                          <a:effectLst/>
                          <a:latin typeface="Calibri"/>
                        </a:rPr>
                        <a:t>DJIBOUTI (DJIBOUTI)</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&lt;GODE&gt;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156,57</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4"/>
                  </a:ext>
                </a:extLst>
              </a:tr>
              <a:tr h="177800">
                <a:tc>
                  <a:txBody>
                    <a:bodyPr/>
                    <a:lstStyle/>
                    <a:p>
                      <a:pPr algn="l" fontAlgn="b"/>
                      <a:r>
                        <a:rPr lang="en-US" sz="1100" b="0" i="0" u="none" strike="noStrike">
                          <a:solidFill>
                            <a:srgbClr val="000000"/>
                          </a:solidFill>
                          <a:effectLst/>
                          <a:latin typeface="Calibri"/>
                        </a:rPr>
                        <a:t>DJIBOUTI (DJIBOUTI)</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&lt;KOMBOLCHA&gt;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35,28</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5"/>
                  </a:ext>
                </a:extLst>
              </a:tr>
              <a:tr h="177800">
                <a:tc>
                  <a:txBody>
                    <a:bodyPr/>
                    <a:lstStyle/>
                    <a:p>
                      <a:pPr algn="l" fontAlgn="b"/>
                      <a:r>
                        <a:rPr lang="en-US" sz="1100" b="0" i="0" u="none" strike="noStrike">
                          <a:solidFill>
                            <a:srgbClr val="000000"/>
                          </a:solidFill>
                          <a:effectLst/>
                          <a:latin typeface="Calibri"/>
                        </a:rPr>
                        <a:t>DJIBOUTI (DJIBOUTI)</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&lt;DIRE DAWA&gt;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51,72</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6"/>
                  </a:ext>
                </a:extLst>
              </a:tr>
              <a:tr h="177800">
                <a:tc>
                  <a:txBody>
                    <a:bodyPr/>
                    <a:lstStyle/>
                    <a:p>
                      <a:pPr algn="l" fontAlgn="b"/>
                      <a:r>
                        <a:rPr lang="en-US" sz="1100" b="0" i="0" u="none" strike="noStrike">
                          <a:solidFill>
                            <a:srgbClr val="000000"/>
                          </a:solidFill>
                          <a:effectLst/>
                          <a:latin typeface="Calibri"/>
                        </a:rPr>
                        <a:t>BERBERA (SOMALIA)</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&lt;JIJIGA&gt;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56,13</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7"/>
                  </a:ext>
                </a:extLst>
              </a:tr>
              <a:tr h="177800">
                <a:tc>
                  <a:txBody>
                    <a:bodyPr/>
                    <a:lstStyle/>
                    <a:p>
                      <a:pPr algn="l" fontAlgn="b"/>
                      <a:r>
                        <a:rPr lang="en-US" sz="1100" b="0" i="0" u="none" strike="noStrike">
                          <a:solidFill>
                            <a:srgbClr val="000000"/>
                          </a:solidFill>
                          <a:effectLst/>
                          <a:latin typeface="Calibri"/>
                        </a:rPr>
                        <a:t>BERBERA (SOMALIA)</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&lt;NAZARETH&gt;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102,13</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08"/>
                  </a:ext>
                </a:extLst>
              </a:tr>
              <a:tr h="177800">
                <a:tc>
                  <a:txBody>
                    <a:bodyPr/>
                    <a:lstStyle/>
                    <a:p>
                      <a:pPr algn="l" fontAlgn="b"/>
                      <a:r>
                        <a:rPr lang="en-US" sz="1100" b="0" i="0" u="none" strike="noStrike">
                          <a:solidFill>
                            <a:srgbClr val="000000"/>
                          </a:solidFill>
                          <a:effectLst/>
                          <a:latin typeface="Calibri"/>
                        </a:rPr>
                        <a:t>BERBERA (SOMALIA)</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&lt;KOMBOLCHA&gt;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172,72</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09"/>
                  </a:ext>
                </a:extLst>
              </a:tr>
              <a:tr h="177800">
                <a:tc>
                  <a:txBody>
                    <a:bodyPr/>
                    <a:lstStyle/>
                    <a:p>
                      <a:pPr algn="l" fontAlgn="b"/>
                      <a:r>
                        <a:rPr lang="en-US" sz="1100" b="0" i="0" u="none" strike="noStrike">
                          <a:solidFill>
                            <a:srgbClr val="000000"/>
                          </a:solidFill>
                          <a:effectLst/>
                          <a:latin typeface="Calibri"/>
                        </a:rPr>
                        <a:t>MOMBASA (KENYA)</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&lt;NAZARETH&gt;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308,47</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0"/>
                  </a:ext>
                </a:extLst>
              </a:tr>
              <a:tr h="177800">
                <a:tc>
                  <a:txBody>
                    <a:bodyPr/>
                    <a:lstStyle/>
                    <a:p>
                      <a:pPr algn="l" fontAlgn="b"/>
                      <a:r>
                        <a:rPr lang="en-US" sz="1100" b="0" i="0" u="none" strike="noStrike">
                          <a:solidFill>
                            <a:srgbClr val="000000"/>
                          </a:solidFill>
                          <a:effectLst/>
                          <a:latin typeface="Calibri"/>
                        </a:rPr>
                        <a:t>PORT SUDAN (SUDAN)</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&lt;NAZARETH&gt;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116,05</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1"/>
                  </a:ext>
                </a:extLst>
              </a:tr>
              <a:tr h="177800">
                <a:tc>
                  <a:txBody>
                    <a:bodyPr/>
                    <a:lstStyle/>
                    <a:p>
                      <a:pPr algn="l" fontAlgn="b"/>
                      <a:r>
                        <a:rPr lang="en-US" sz="1100" b="0" i="0" u="none" strike="noStrike">
                          <a:solidFill>
                            <a:srgbClr val="000000"/>
                          </a:solidFill>
                          <a:effectLst/>
                          <a:latin typeface="Calibri"/>
                        </a:rPr>
                        <a:t>&lt;DIRE DAWA&gt;</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Oromiya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44,10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2"/>
                  </a:ext>
                </a:extLst>
              </a:tr>
              <a:tr h="177800">
                <a:tc>
                  <a:txBody>
                    <a:bodyPr/>
                    <a:lstStyle/>
                    <a:p>
                      <a:pPr algn="l" fontAlgn="b"/>
                      <a:r>
                        <a:rPr lang="en-US" sz="1100" b="0" i="0" u="none" strike="noStrike">
                          <a:solidFill>
                            <a:srgbClr val="000000"/>
                          </a:solidFill>
                          <a:effectLst/>
                          <a:latin typeface="Calibri"/>
                        </a:rPr>
                        <a:t>&lt;DIRE DAWA&gt;</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Somali</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65,97</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3"/>
                  </a:ext>
                </a:extLst>
              </a:tr>
              <a:tr h="177800">
                <a:tc>
                  <a:txBody>
                    <a:bodyPr/>
                    <a:lstStyle/>
                    <a:p>
                      <a:pPr algn="l" fontAlgn="b"/>
                      <a:r>
                        <a:rPr lang="en-US" sz="1100" b="0" i="0" u="none" strike="noStrike">
                          <a:solidFill>
                            <a:srgbClr val="000000"/>
                          </a:solidFill>
                          <a:effectLst/>
                          <a:latin typeface="Calibri"/>
                        </a:rPr>
                        <a:t>&lt;GODE&gt;</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Somali</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104,52</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4"/>
                  </a:ext>
                </a:extLst>
              </a:tr>
              <a:tr h="177800">
                <a:tc>
                  <a:txBody>
                    <a:bodyPr/>
                    <a:lstStyle/>
                    <a:p>
                      <a:pPr algn="l" fontAlgn="b"/>
                      <a:r>
                        <a:rPr lang="en-US" sz="1100" b="0" i="0" u="none" strike="noStrike">
                          <a:solidFill>
                            <a:srgbClr val="000000"/>
                          </a:solidFill>
                          <a:effectLst/>
                          <a:latin typeface="Calibri"/>
                        </a:rPr>
                        <a:t>&lt;KOMBOLCHA&gt;</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Afar</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43,50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5"/>
                  </a:ext>
                </a:extLst>
              </a:tr>
              <a:tr h="177800">
                <a:tc>
                  <a:txBody>
                    <a:bodyPr/>
                    <a:lstStyle/>
                    <a:p>
                      <a:pPr algn="l" fontAlgn="b"/>
                      <a:r>
                        <a:rPr lang="en-US" sz="1100" b="0" i="0" u="none" strike="noStrike">
                          <a:solidFill>
                            <a:srgbClr val="000000"/>
                          </a:solidFill>
                          <a:effectLst/>
                          <a:latin typeface="Calibri"/>
                        </a:rPr>
                        <a:t>&lt;KOMBOLCHA&gt;</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Amhara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60,53</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6"/>
                  </a:ext>
                </a:extLst>
              </a:tr>
              <a:tr h="177800">
                <a:tc>
                  <a:txBody>
                    <a:bodyPr/>
                    <a:lstStyle/>
                    <a:p>
                      <a:pPr algn="l" fontAlgn="b"/>
                      <a:r>
                        <a:rPr lang="en-US" sz="1100" b="0" i="0" u="none" strike="noStrike">
                          <a:solidFill>
                            <a:srgbClr val="000000"/>
                          </a:solidFill>
                          <a:effectLst/>
                          <a:latin typeface="Calibri"/>
                        </a:rPr>
                        <a:t>&lt;KOMBOLCHA&gt;</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Tigray</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17,56</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7"/>
                  </a:ext>
                </a:extLst>
              </a:tr>
              <a:tr h="177800">
                <a:tc>
                  <a:txBody>
                    <a:bodyPr/>
                    <a:lstStyle/>
                    <a:p>
                      <a:pPr algn="l" fontAlgn="b"/>
                      <a:r>
                        <a:rPr lang="en-US" sz="1100" b="0" i="0" u="none" strike="noStrike">
                          <a:solidFill>
                            <a:srgbClr val="000000"/>
                          </a:solidFill>
                          <a:effectLst/>
                          <a:latin typeface="Calibri"/>
                        </a:rPr>
                        <a:t>&lt;NAZARETH&gt;</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Afar</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88,46</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18"/>
                  </a:ext>
                </a:extLst>
              </a:tr>
              <a:tr h="177800">
                <a:tc>
                  <a:txBody>
                    <a:bodyPr/>
                    <a:lstStyle/>
                    <a:p>
                      <a:pPr algn="l" fontAlgn="b"/>
                      <a:r>
                        <a:rPr lang="en-US" sz="1100" b="0" i="0" u="none" strike="noStrike">
                          <a:solidFill>
                            <a:srgbClr val="000000"/>
                          </a:solidFill>
                          <a:effectLst/>
                          <a:latin typeface="Calibri"/>
                        </a:rPr>
                        <a:t>&lt;NAZARETH&gt;</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Amhara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50,71</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19"/>
                  </a:ext>
                </a:extLst>
              </a:tr>
              <a:tr h="177800">
                <a:tc>
                  <a:txBody>
                    <a:bodyPr/>
                    <a:lstStyle/>
                    <a:p>
                      <a:pPr algn="l" fontAlgn="b"/>
                      <a:r>
                        <a:rPr lang="en-US" sz="1100" b="0" i="0" u="none" strike="noStrike">
                          <a:solidFill>
                            <a:srgbClr val="000000"/>
                          </a:solidFill>
                          <a:effectLst/>
                          <a:latin typeface="Calibri"/>
                        </a:rPr>
                        <a:t>&lt;NAZARETH&gt;</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Benshangul</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a:solidFill>
                            <a:srgbClr val="000000"/>
                          </a:solidFill>
                          <a:effectLst/>
                          <a:latin typeface="Calibri"/>
                        </a:rPr>
                        <a:t>58,37</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extLst>
                  <a:ext uri="{0D108BD9-81ED-4DB2-BD59-A6C34878D82A}">
                    <a16:rowId xmlns:a16="http://schemas.microsoft.com/office/drawing/2014/main" val="10020"/>
                  </a:ext>
                </a:extLst>
              </a:tr>
              <a:tr h="177800">
                <a:tc>
                  <a:txBody>
                    <a:bodyPr/>
                    <a:lstStyle/>
                    <a:p>
                      <a:pPr algn="l" fontAlgn="b"/>
                      <a:r>
                        <a:rPr lang="en-US" sz="1100" b="0" i="0" u="none" strike="noStrike">
                          <a:solidFill>
                            <a:srgbClr val="000000"/>
                          </a:solidFill>
                          <a:effectLst/>
                          <a:latin typeface="Calibri"/>
                        </a:rPr>
                        <a:t>&lt;NAZARETH&gt;</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l" fontAlgn="b"/>
                      <a:r>
                        <a:rPr lang="en-US" sz="1100" b="0" i="0" u="none" strike="noStrike">
                          <a:solidFill>
                            <a:srgbClr val="000000"/>
                          </a:solidFill>
                          <a:effectLst/>
                          <a:latin typeface="Calibri"/>
                        </a:rPr>
                        <a:t>Gambella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tc>
                  <a:txBody>
                    <a:bodyPr/>
                    <a:lstStyle/>
                    <a:p>
                      <a:pPr algn="r" fontAlgn="b"/>
                      <a:r>
                        <a:rPr lang="en-US" sz="1100" b="0" i="0" u="none" strike="noStrike">
                          <a:solidFill>
                            <a:srgbClr val="000000"/>
                          </a:solidFill>
                          <a:effectLst/>
                          <a:latin typeface="Calibri"/>
                        </a:rPr>
                        <a:t>46,78</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21"/>
                  </a:ext>
                </a:extLst>
              </a:tr>
              <a:tr h="177800">
                <a:tc>
                  <a:txBody>
                    <a:bodyPr/>
                    <a:lstStyle/>
                    <a:p>
                      <a:pPr algn="l" fontAlgn="b"/>
                      <a:r>
                        <a:rPr lang="en-US" sz="1100" b="0" i="0" u="none" strike="noStrike">
                          <a:solidFill>
                            <a:srgbClr val="000000"/>
                          </a:solidFill>
                          <a:effectLst/>
                          <a:latin typeface="Calibri"/>
                        </a:rPr>
                        <a:t>&lt;NAZARETH&gt;</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l" fontAlgn="b"/>
                      <a:r>
                        <a:rPr lang="en-US" sz="1100" b="0" i="0" u="none" strike="noStrike">
                          <a:solidFill>
                            <a:srgbClr val="000000"/>
                          </a:solidFill>
                          <a:effectLst/>
                          <a:latin typeface="Calibri"/>
                        </a:rPr>
                        <a:t>Oromiya</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9E1F2"/>
                    </a:solidFill>
                  </a:tcPr>
                </a:tc>
                <a:tc>
                  <a:txBody>
                    <a:bodyPr/>
                    <a:lstStyle/>
                    <a:p>
                      <a:pPr algn="r" fontAlgn="b"/>
                      <a:r>
                        <a:rPr lang="en-US" sz="1100" b="0" i="0" u="none" strike="noStrike" dirty="0">
                          <a:solidFill>
                            <a:srgbClr val="000000"/>
                          </a:solidFill>
                          <a:effectLst/>
                          <a:latin typeface="Calibri"/>
                        </a:rPr>
                        <a:t>63,87</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0022"/>
                  </a:ext>
                </a:extLst>
              </a:tr>
            </a:tbl>
          </a:graphicData>
        </a:graphic>
      </p:graphicFrame>
    </p:spTree>
    <p:extLst>
      <p:ext uri="{BB962C8B-B14F-4D97-AF65-F5344CB8AC3E}">
        <p14:creationId xmlns:p14="http://schemas.microsoft.com/office/powerpoint/2010/main" val="41160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a:t>
            </a:r>
          </a:p>
        </p:txBody>
      </p:sp>
      <p:sp>
        <p:nvSpPr>
          <p:cNvPr id="3" name="Content Placeholder 2"/>
          <p:cNvSpPr>
            <a:spLocks noGrp="1"/>
          </p:cNvSpPr>
          <p:nvPr>
            <p:ph idx="1"/>
          </p:nvPr>
        </p:nvSpPr>
        <p:spPr>
          <a:xfrm>
            <a:off x="457200" y="1235520"/>
            <a:ext cx="8610600" cy="4936680"/>
          </a:xfrm>
        </p:spPr>
        <p:txBody>
          <a:bodyPr>
            <a:normAutofit fontScale="85000" lnSpcReduction="20000"/>
          </a:bodyPr>
          <a:lstStyle/>
          <a:p>
            <a:pPr marL="0" indent="0">
              <a:buNone/>
            </a:pPr>
            <a:r>
              <a:rPr lang="en-US" dirty="0"/>
              <a:t>In this assignment you will use linear programming and integer linear programming to construct the optimal supply chain. Your goal is to provide </a:t>
            </a:r>
            <a:r>
              <a:rPr lang="en-US" i="1" dirty="0"/>
              <a:t>recommendations</a:t>
            </a:r>
            <a:r>
              <a:rPr lang="en-US" dirty="0"/>
              <a:t> to the world food program not only about where to buy and ship food, but also about which changes to the network are most effective with respect to reaching the goal (feeding more beneficiaries at the same cost).</a:t>
            </a:r>
          </a:p>
          <a:p>
            <a:pPr marL="457200" indent="-457200">
              <a:buFont typeface="Arial" pitchFamily="34" charset="0"/>
              <a:buAutoNum type="arabicPeriod"/>
            </a:pPr>
            <a:r>
              <a:rPr lang="en-US" dirty="0"/>
              <a:t>Formulate a linear program that allows you to design the optimal supply chain. Your solution should decide which food to buy, where to buy it, to which port to transport it, and how to transport it from the port via which warehouse to which camp. Make sure your solutions respects all restrictions! (e.g. all beneficiaries are fed, procurement, warehouse &amp; port capacities)</a:t>
            </a:r>
          </a:p>
          <a:p>
            <a:pPr marL="457200" indent="-457200">
              <a:buAutoNum type="arabicPeriod"/>
            </a:pPr>
            <a:r>
              <a:rPr lang="en-US" dirty="0"/>
              <a:t>Solve the linear program (using CVXPY) and perform a sensitivity analysis. </a:t>
            </a:r>
          </a:p>
          <a:p>
            <a:pPr marL="857250" lvl="1" indent="-457200">
              <a:buAutoNum type="arabicPeriod"/>
            </a:pPr>
            <a:r>
              <a:rPr lang="en-US" dirty="0"/>
              <a:t>For the sensitivity analysis, you should use the methods discussed in class. </a:t>
            </a:r>
          </a:p>
          <a:p>
            <a:pPr marL="857250" lvl="1" indent="-457200">
              <a:buAutoNum type="arabicPeriod"/>
            </a:pPr>
            <a:r>
              <a:rPr lang="en-US" dirty="0"/>
              <a:t>Illustrate your sensitivity analysis by designing two alternative scenarios (in which for example demand increases, capacities decrease, shipping routes are disrupted). For each of the scenarios, solve the linear program again and explain how your observations relate to the sensitivity analysis from 2.1. </a:t>
            </a:r>
          </a:p>
          <a:p>
            <a:pPr marL="457200" indent="-457200">
              <a:buAutoNum type="arabicPeriod"/>
            </a:pPr>
            <a:r>
              <a:rPr lang="en-US" dirty="0"/>
              <a:t>The model from 1 assumes all variables are real numbers. For some variables this is a reasonable assumption (kilograms of rice for example), for other variables this is less realistic. Formulate and solve an alternative mixed-integer linear program. Motivate your choice of decision variables. </a:t>
            </a:r>
          </a:p>
        </p:txBody>
      </p:sp>
    </p:spTree>
    <p:extLst>
      <p:ext uri="{BB962C8B-B14F-4D97-AF65-F5344CB8AC3E}">
        <p14:creationId xmlns:p14="http://schemas.microsoft.com/office/powerpoint/2010/main" val="2472453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5C279-5240-FD1C-3E51-50329366E9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3F8A66-8349-B2D5-3D74-A0A016DDB387}"/>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id="{D7921427-FA1C-7054-77E7-C3A14F650C4B}"/>
              </a:ext>
            </a:extLst>
          </p:cNvPr>
          <p:cNvSpPr>
            <a:spLocks noGrp="1"/>
          </p:cNvSpPr>
          <p:nvPr>
            <p:ph idx="1"/>
          </p:nvPr>
        </p:nvSpPr>
        <p:spPr>
          <a:xfrm>
            <a:off x="457200" y="1235520"/>
            <a:ext cx="8610600" cy="4936680"/>
          </a:xfrm>
        </p:spPr>
        <p:txBody>
          <a:bodyPr>
            <a:normAutofit fontScale="77500" lnSpcReduction="20000"/>
          </a:bodyPr>
          <a:lstStyle/>
          <a:p>
            <a:pPr marL="0" indent="0">
              <a:buNone/>
            </a:pPr>
            <a:r>
              <a:rPr lang="en-US" dirty="0"/>
              <a:t>The final output of your assignment is a report that should consist of the following elements:</a:t>
            </a:r>
          </a:p>
          <a:p>
            <a:r>
              <a:rPr lang="en-US" dirty="0"/>
              <a:t>A formulation of the supply chain problem as a linear program (max 1 page).</a:t>
            </a:r>
          </a:p>
          <a:p>
            <a:pPr lvl="1"/>
            <a:r>
              <a:rPr lang="en-US" dirty="0"/>
              <a:t>Clearly state (and explain) the decision variables, the objective function, and all constraints.</a:t>
            </a:r>
          </a:p>
          <a:p>
            <a:r>
              <a:rPr lang="en-US" dirty="0"/>
              <a:t>A description of the solution of your linear program (max ½ page). </a:t>
            </a:r>
          </a:p>
          <a:p>
            <a:pPr lvl="1"/>
            <a:r>
              <a:rPr lang="en-US" dirty="0"/>
              <a:t>The half a page description should help the world food program understand the high-level properties of your solution, for example: which percentage of the food is supplied by which country? Through which ports does it go? Warehouses?</a:t>
            </a:r>
          </a:p>
          <a:p>
            <a:r>
              <a:rPr lang="en-US" dirty="0"/>
              <a:t>A sensitivity analysis of your linear programming solution (max 1.5 page). </a:t>
            </a:r>
          </a:p>
          <a:p>
            <a:pPr lvl="1"/>
            <a:r>
              <a:rPr lang="en-US" dirty="0"/>
              <a:t>Use half a page to discuss the shadow prices of your solution (see lectures). Based on those, design two alternative scenarios (see previous slide). Solve the LP for those scenarios and discuss how the solution relates to the shadow prices (1/2 page per scenario)</a:t>
            </a:r>
          </a:p>
          <a:p>
            <a:r>
              <a:rPr lang="en-US" dirty="0"/>
              <a:t>A mixed-integer formulation of the supply chain problem (max 1.5 page). </a:t>
            </a:r>
          </a:p>
          <a:p>
            <a:pPr lvl="1"/>
            <a:r>
              <a:rPr lang="en-US" dirty="0"/>
              <a:t>Motivate your choice of variables (discuss for example the impact of making a variable integer vs real), max ½ page. Solve the mixed-integer formulation and present the key characteristics as for the linear program, max ½ page. Explain the key differences between the solution of your LP and mixed-integer program, max ½ page.</a:t>
            </a:r>
          </a:p>
          <a:p>
            <a:r>
              <a:rPr lang="en-US" dirty="0"/>
              <a:t>Conclude with recommendations for the world food program (max ½ page): what are the most sensitive aspects of the supply chain? How could they feed more beneficiaries?</a:t>
            </a:r>
          </a:p>
        </p:txBody>
      </p:sp>
    </p:spTree>
    <p:extLst>
      <p:ext uri="{BB962C8B-B14F-4D97-AF65-F5344CB8AC3E}">
        <p14:creationId xmlns:p14="http://schemas.microsoft.com/office/powerpoint/2010/main" val="2783131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2EF24-E04D-30A0-8AB9-8DBD09D31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6CE99-C8C3-4FDA-9D83-8596A02B65A8}"/>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id="{076FAE4A-6E09-F67E-014E-54D211D2BD0E}"/>
              </a:ext>
            </a:extLst>
          </p:cNvPr>
          <p:cNvSpPr>
            <a:spLocks noGrp="1"/>
          </p:cNvSpPr>
          <p:nvPr>
            <p:ph idx="1"/>
          </p:nvPr>
        </p:nvSpPr>
        <p:spPr>
          <a:xfrm>
            <a:off x="304800" y="1235520"/>
            <a:ext cx="8763000" cy="4936680"/>
          </a:xfrm>
        </p:spPr>
        <p:txBody>
          <a:bodyPr>
            <a:normAutofit/>
          </a:bodyPr>
          <a:lstStyle/>
          <a:p>
            <a:pPr marL="0" indent="0">
              <a:buNone/>
            </a:pPr>
            <a:r>
              <a:rPr lang="en-US" dirty="0"/>
              <a:t>Assessment:</a:t>
            </a:r>
          </a:p>
          <a:p>
            <a:r>
              <a:rPr lang="en-US" dirty="0"/>
              <a:t>The report will be graded on the elements described on the previous slide. </a:t>
            </a:r>
          </a:p>
          <a:p>
            <a:r>
              <a:rPr lang="en-US" dirty="0"/>
              <a:t>We will pay special attention to the following aspects:</a:t>
            </a:r>
          </a:p>
          <a:p>
            <a:pPr lvl="1"/>
            <a:r>
              <a:rPr lang="en-US" b="1" dirty="0"/>
              <a:t>Clarity</a:t>
            </a:r>
            <a:r>
              <a:rPr lang="en-US" dirty="0"/>
              <a:t> of the reasoning that explains how you designed your models. </a:t>
            </a:r>
          </a:p>
          <a:p>
            <a:pPr lvl="1"/>
            <a:r>
              <a:rPr lang="en-US" b="1" dirty="0"/>
              <a:t>Conciseness</a:t>
            </a:r>
            <a:r>
              <a:rPr lang="en-US" dirty="0"/>
              <a:t>. The previous slide gives strict page limits for the various parts of your report. You may provide supplementary information to support the main report in an appendix to be placed at the end of the report. (It should not be necessary to read the appendix to understand the main report; the appendix will in principle not be graded.)</a:t>
            </a:r>
          </a:p>
          <a:p>
            <a:pPr lvl="1"/>
            <a:endParaRPr lang="en-US" dirty="0"/>
          </a:p>
          <a:p>
            <a:r>
              <a:rPr lang="en-US" b="1" dirty="0"/>
              <a:t>Do not hand in the code that you used</a:t>
            </a:r>
            <a:r>
              <a:rPr lang="en-US" dirty="0"/>
              <a:t>, but keep it, as we might ask for it later! </a:t>
            </a:r>
          </a:p>
        </p:txBody>
      </p:sp>
    </p:spTree>
    <p:extLst>
      <p:ext uri="{BB962C8B-B14F-4D97-AF65-F5344CB8AC3E}">
        <p14:creationId xmlns:p14="http://schemas.microsoft.com/office/powerpoint/2010/main" val="2866038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7F7C6-D071-0D0D-1E00-0D566866D25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F8F04BB-15E8-7ACB-2717-428ACB4D0CFE}"/>
              </a:ext>
            </a:extLst>
          </p:cNvPr>
          <p:cNvSpPr>
            <a:spLocks noGrp="1"/>
          </p:cNvSpPr>
          <p:nvPr>
            <p:ph type="title"/>
          </p:nvPr>
        </p:nvSpPr>
        <p:spPr/>
        <p:txBody>
          <a:bodyPr/>
          <a:lstStyle/>
          <a:p>
            <a:r>
              <a:rPr lang="en-US" dirty="0"/>
              <a:t>C</a:t>
            </a:r>
            <a:r>
              <a:rPr lang="nl-NL" dirty="0" err="1"/>
              <a:t>redits</a:t>
            </a:r>
            <a:r>
              <a:rPr lang="nl-NL" dirty="0"/>
              <a:t>:</a:t>
            </a:r>
            <a:endParaRPr lang="en-GB" dirty="0"/>
          </a:p>
        </p:txBody>
      </p:sp>
      <p:sp>
        <p:nvSpPr>
          <p:cNvPr id="5" name="Content Placeholder 4">
            <a:extLst>
              <a:ext uri="{FF2B5EF4-FFF2-40B4-BE49-F238E27FC236}">
                <a16:creationId xmlns:a16="http://schemas.microsoft.com/office/drawing/2014/main" id="{4B247BFE-BCE4-FAAD-7992-6C62BA2515CB}"/>
              </a:ext>
            </a:extLst>
          </p:cNvPr>
          <p:cNvSpPr>
            <a:spLocks noGrp="1"/>
          </p:cNvSpPr>
          <p:nvPr>
            <p:ph idx="1"/>
          </p:nvPr>
        </p:nvSpPr>
        <p:spPr/>
        <p:txBody>
          <a:bodyPr>
            <a:normAutofit/>
          </a:bodyPr>
          <a:lstStyle/>
          <a:p>
            <a:pPr marL="0" indent="0">
              <a:buNone/>
            </a:pPr>
            <a:endParaRPr lang="nl-NL" dirty="0"/>
          </a:p>
          <a:p>
            <a:endParaRPr lang="nl-NL" dirty="0"/>
          </a:p>
          <a:p>
            <a:endParaRPr lang="nl-NL" dirty="0"/>
          </a:p>
          <a:p>
            <a:endParaRPr lang="nl-NL" dirty="0"/>
          </a:p>
          <a:p>
            <a:endParaRPr lang="nl-NL" dirty="0"/>
          </a:p>
          <a:p>
            <a:endParaRPr lang="nl-NL" dirty="0"/>
          </a:p>
          <a:p>
            <a:endParaRPr lang="en-GB" dirty="0"/>
          </a:p>
        </p:txBody>
      </p:sp>
      <p:pic>
        <p:nvPicPr>
          <p:cNvPr id="2" name="Picture 1">
            <a:extLst>
              <a:ext uri="{FF2B5EF4-FFF2-40B4-BE49-F238E27FC236}">
                <a16:creationId xmlns:a16="http://schemas.microsoft.com/office/drawing/2014/main" id="{B6247C41-EA67-E51D-8FA3-18B004861479}"/>
              </a:ext>
            </a:extLst>
          </p:cNvPr>
          <p:cNvPicPr>
            <a:picLocks noChangeAspect="1"/>
          </p:cNvPicPr>
          <p:nvPr/>
        </p:nvPicPr>
        <p:blipFill>
          <a:blip r:embed="rId2"/>
          <a:stretch>
            <a:fillRect/>
          </a:stretch>
        </p:blipFill>
        <p:spPr>
          <a:xfrm>
            <a:off x="5562600" y="2270554"/>
            <a:ext cx="3429000" cy="3759418"/>
          </a:xfrm>
          <a:prstGeom prst="rect">
            <a:avLst/>
          </a:prstGeom>
        </p:spPr>
      </p:pic>
      <p:sp>
        <p:nvSpPr>
          <p:cNvPr id="3" name="Content Placeholder 2">
            <a:extLst>
              <a:ext uri="{FF2B5EF4-FFF2-40B4-BE49-F238E27FC236}">
                <a16:creationId xmlns:a16="http://schemas.microsoft.com/office/drawing/2014/main" id="{42D32653-7715-D2C4-3CA9-720E8915DF33}"/>
              </a:ext>
            </a:extLst>
          </p:cNvPr>
          <p:cNvSpPr txBox="1">
            <a:spLocks/>
          </p:cNvSpPr>
          <p:nvPr/>
        </p:nvSpPr>
        <p:spPr bwMode="auto">
          <a:xfrm>
            <a:off x="457200" y="1235520"/>
            <a:ext cx="8610600" cy="49366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defTabSz="457200" rtl="0" eaLnBrk="0" fontAlgn="base" hangingPunct="0">
              <a:spcBef>
                <a:spcPct val="20000"/>
              </a:spcBef>
              <a:spcAft>
                <a:spcPts val="600"/>
              </a:spcAft>
              <a:buFont typeface="Arial" pitchFamily="34" charset="0"/>
              <a:buChar char="•"/>
              <a:defRPr sz="2000" kern="1200">
                <a:solidFill>
                  <a:schemeClr val="tx2"/>
                </a:solidFill>
                <a:latin typeface="ScalaSans"/>
                <a:ea typeface="ヒラギノ角ゴ Pro W3" pitchFamily="-109" charset="-128"/>
                <a:cs typeface="ScalaSans"/>
              </a:defRPr>
            </a:lvl1pPr>
            <a:lvl2pPr marL="742950" indent="-285750" algn="l" defTabSz="457200" rtl="0" eaLnBrk="0" fontAlgn="base" hangingPunct="0">
              <a:spcBef>
                <a:spcPct val="20000"/>
              </a:spcBef>
              <a:spcAft>
                <a:spcPts val="600"/>
              </a:spcAft>
              <a:buFont typeface="Arial"/>
              <a:buChar char="•"/>
              <a:defRPr sz="2000" kern="1200">
                <a:solidFill>
                  <a:schemeClr val="tx2"/>
                </a:solidFill>
                <a:latin typeface="ScalaSans"/>
                <a:ea typeface="ヒラギノ角ゴ Pro W3" pitchFamily="-109" charset="-128"/>
                <a:cs typeface="ScalaSans"/>
              </a:defRPr>
            </a:lvl2pPr>
            <a:lvl3pPr marL="1143000" indent="-228600" algn="l" defTabSz="457200" rtl="0" eaLnBrk="0" fontAlgn="base" hangingPunct="0">
              <a:spcBef>
                <a:spcPct val="20000"/>
              </a:spcBef>
              <a:spcAft>
                <a:spcPts val="600"/>
              </a:spcAft>
              <a:buFont typeface="Arial" pitchFamily="34" charset="0"/>
              <a:buChar char="•"/>
              <a:defRPr sz="2000" kern="1200">
                <a:solidFill>
                  <a:schemeClr val="tx2"/>
                </a:solidFill>
                <a:latin typeface="ScalaSans"/>
                <a:ea typeface="ヒラギノ角ゴ Pro W3" pitchFamily="-109" charset="-128"/>
                <a:cs typeface="ScalaSans"/>
              </a:defRPr>
            </a:lvl3pPr>
            <a:lvl4pPr marL="1600200" indent="-228600" algn="l" defTabSz="457200" rtl="0" eaLnBrk="0" fontAlgn="base" hangingPunct="0">
              <a:spcBef>
                <a:spcPct val="20000"/>
              </a:spcBef>
              <a:spcAft>
                <a:spcPct val="0"/>
              </a:spcAft>
              <a:buFont typeface="Arial" pitchFamily="34" charset="0"/>
              <a:buChar char="–"/>
              <a:defRPr kern="1200">
                <a:solidFill>
                  <a:srgbClr val="003366"/>
                </a:solidFill>
                <a:latin typeface="ScalaSans"/>
                <a:ea typeface="ヒラギノ角ゴ Pro W3" pitchFamily="-109" charset="-128"/>
                <a:cs typeface="ScalaSans"/>
              </a:defRPr>
            </a:lvl4pPr>
            <a:lvl5pPr marL="2057400" indent="-228600" algn="l" defTabSz="457200" rtl="0" eaLnBrk="0" fontAlgn="base" hangingPunct="0">
              <a:spcBef>
                <a:spcPct val="20000"/>
              </a:spcBef>
              <a:spcAft>
                <a:spcPct val="0"/>
              </a:spcAft>
              <a:buFont typeface="Arial" pitchFamily="34" charset="0"/>
              <a:buChar char="»"/>
              <a:defRPr kern="1200">
                <a:solidFill>
                  <a:srgbClr val="003366"/>
                </a:solidFill>
                <a:latin typeface="ScalaSans"/>
                <a:ea typeface="ヒラギノ角ゴ Pro W3" pitchFamily="-109" charset="-128"/>
                <a:cs typeface="ScalaSan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pitchFamily="34" charset="0"/>
              <a:buNone/>
            </a:pPr>
            <a:r>
              <a:rPr lang="en-US" b="0" i="0" dirty="0"/>
              <a:t>This case study was originally designed by Hein </a:t>
            </a:r>
            <a:r>
              <a:rPr lang="en-US" b="0" i="0" dirty="0" err="1"/>
              <a:t>Fleuren</a:t>
            </a:r>
            <a:r>
              <a:rPr lang="en-US" b="0" i="0" dirty="0"/>
              <a:t> and Koen Peters. </a:t>
            </a:r>
          </a:p>
          <a:p>
            <a:pPr marL="0" indent="0">
              <a:buFont typeface="Arial" pitchFamily="34" charset="0"/>
              <a:buNone/>
            </a:pPr>
            <a:endParaRPr lang="en-US" b="0" i="0" dirty="0"/>
          </a:p>
          <a:p>
            <a:pPr marL="0" indent="0">
              <a:buFont typeface="Arial" pitchFamily="34" charset="0"/>
              <a:buNone/>
            </a:pPr>
            <a:r>
              <a:rPr lang="en-US" b="0" i="0" dirty="0"/>
              <a:t>The case study is very much related to the work </a:t>
            </a:r>
          </a:p>
          <a:p>
            <a:pPr marL="0" indent="0">
              <a:buFont typeface="Arial" pitchFamily="34" charset="0"/>
              <a:buNone/>
            </a:pPr>
            <a:r>
              <a:rPr lang="en-US" b="0" i="0" dirty="0"/>
              <a:t>done at the </a:t>
            </a:r>
            <a:r>
              <a:rPr lang="en-US" b="0" i="0" dirty="0">
                <a:hlinkClick r:id="rId3"/>
              </a:rPr>
              <a:t>Zero Hunger Lab</a:t>
            </a:r>
            <a:r>
              <a:rPr lang="en-US" b="0" i="0" dirty="0"/>
              <a:t>. </a:t>
            </a:r>
          </a:p>
          <a:p>
            <a:pPr marL="0" indent="0">
              <a:buFont typeface="Arial" pitchFamily="34" charset="0"/>
              <a:buNone/>
            </a:pPr>
            <a:endParaRPr lang="en-US" b="0" i="0" dirty="0"/>
          </a:p>
          <a:p>
            <a:pPr marL="0" indent="0">
              <a:buFont typeface="Arial" pitchFamily="34" charset="0"/>
              <a:buNone/>
            </a:pPr>
            <a:r>
              <a:rPr lang="en-US" b="0" i="0" dirty="0"/>
              <a:t>(The guest lecture in week 7 will be given by </a:t>
            </a:r>
            <a:br>
              <a:rPr lang="en-US" b="0" i="0" dirty="0"/>
            </a:br>
            <a:r>
              <a:rPr lang="en-US" b="0" i="0" dirty="0"/>
              <a:t>Joris </a:t>
            </a:r>
            <a:r>
              <a:rPr lang="en-US" b="0" i="0" dirty="0" err="1"/>
              <a:t>Wagenaar</a:t>
            </a:r>
            <a:r>
              <a:rPr lang="en-US" b="0" i="0" dirty="0"/>
              <a:t> from the Zero Hunger </a:t>
            </a:r>
            <a:r>
              <a:rPr lang="en-US" b="0" i="0"/>
              <a:t>Lab.)</a:t>
            </a:r>
            <a:endParaRPr lang="en-US" b="0" i="0" dirty="0"/>
          </a:p>
        </p:txBody>
      </p:sp>
    </p:spTree>
    <p:extLst>
      <p:ext uri="{BB962C8B-B14F-4D97-AF65-F5344CB8AC3E}">
        <p14:creationId xmlns:p14="http://schemas.microsoft.com/office/powerpoint/2010/main" val="3195282825"/>
      </p:ext>
    </p:extLst>
  </p:cSld>
  <p:clrMapOvr>
    <a:masterClrMapping/>
  </p:clrMapOvr>
</p:sld>
</file>

<file path=ppt/theme/theme1.xml><?xml version="1.0" encoding="utf-8"?>
<a:theme xmlns:a="http://schemas.openxmlformats.org/drawingml/2006/main" name="Default Theme">
  <a:themeElements>
    <a:clrScheme name="Universiteit van Tilburg">
      <a:dk1>
        <a:sysClr val="windowText" lastClr="000000"/>
      </a:dk1>
      <a:lt1>
        <a:sysClr val="window" lastClr="FFFFFF"/>
      </a:lt1>
      <a:dk2>
        <a:srgbClr val="003366"/>
      </a:dk2>
      <a:lt2>
        <a:srgbClr val="EEECE1"/>
      </a:lt2>
      <a:accent1>
        <a:srgbClr val="CC9933"/>
      </a:accent1>
      <a:accent2>
        <a:srgbClr val="339900"/>
      </a:accent2>
      <a:accent3>
        <a:srgbClr val="C3BCB2"/>
      </a:accent3>
      <a:accent4>
        <a:srgbClr val="008EC6"/>
      </a:accent4>
      <a:accent5>
        <a:srgbClr val="D9BC74"/>
      </a:accent5>
      <a:accent6>
        <a:srgbClr val="66CC33"/>
      </a:accent6>
      <a:hlink>
        <a:srgbClr val="003366"/>
      </a:hlink>
      <a:folHlink>
        <a:srgbClr val="CC993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Tilburg University_powerpoint</Template>
  <TotalTime>274508795</TotalTime>
  <Pages>27</Pages>
  <Words>1787</Words>
  <Application>Microsoft Office PowerPoint</Application>
  <PresentationFormat>On-screen Show (4:3)</PresentationFormat>
  <Paragraphs>507</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ScalaSans</vt:lpstr>
      <vt:lpstr>Times New Roman</vt:lpstr>
      <vt:lpstr>ヒラギノ角ゴ Pro W3</vt:lpstr>
      <vt:lpstr>Default Theme</vt:lpstr>
      <vt:lpstr>Assignment World Food Programme Ethiopia</vt:lpstr>
      <vt:lpstr>Goal</vt:lpstr>
      <vt:lpstr>General</vt:lpstr>
      <vt:lpstr>Beneficiaries</vt:lpstr>
      <vt:lpstr>Food &amp; Nutrients</vt:lpstr>
      <vt:lpstr>And the food contains these ingredients</vt:lpstr>
      <vt:lpstr>Supplying Countries</vt:lpstr>
      <vt:lpstr>Ports</vt:lpstr>
      <vt:lpstr>Cost of transporting from countries to the ports</vt:lpstr>
      <vt:lpstr>Land Transport to Warehouses</vt:lpstr>
      <vt:lpstr>Land from Warehouses to Camps</vt:lpstr>
      <vt:lpstr>Assignment</vt:lpstr>
      <vt:lpstr>Assignment</vt:lpstr>
      <vt:lpstr>Assignment</vt:lpstr>
      <vt:lpstr>Credits: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Production  and Operations Management: Manufacturing and  Services</dc:title>
  <dc:creator>Hein</dc:creator>
  <cp:lastModifiedBy>Sander Gribling</cp:lastModifiedBy>
  <cp:revision>242</cp:revision>
  <cp:lastPrinted>1601-01-01T00:00:00Z</cp:lastPrinted>
  <dcterms:created xsi:type="dcterms:W3CDTF">1997-10-01T22:22:58Z</dcterms:created>
  <dcterms:modified xsi:type="dcterms:W3CDTF">2025-02-05T08:31:19Z</dcterms:modified>
</cp:coreProperties>
</file>